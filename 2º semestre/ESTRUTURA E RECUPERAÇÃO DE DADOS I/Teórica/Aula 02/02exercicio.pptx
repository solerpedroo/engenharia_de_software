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2" autoAdjust="0"/>
    <p:restoredTop sz="84888" autoAdjust="0"/>
  </p:normalViewPr>
  <p:slideViewPr>
    <p:cSldViewPr snapToGrid="0">
      <p:cViewPr varScale="1">
        <p:scale>
          <a:sx n="96" d="100"/>
          <a:sy n="96" d="100"/>
        </p:scale>
        <p:origin x="1422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5D65-A921-BD45-A74E-FDD6A94C7828}" type="datetimeFigureOut">
              <a:rPr lang="en-US"/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A7C62-858D-9C4B-9AE8-88FCCBB43389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7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44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AF87665-2B38-32D5-5C08-E3F93CB4CCB5}"/>
              </a:ext>
            </a:extLst>
          </p:cNvPr>
          <p:cNvSpPr/>
          <p:nvPr userDrawn="1"/>
        </p:nvSpPr>
        <p:spPr>
          <a:xfrm flipV="1">
            <a:off x="98323" y="1056437"/>
            <a:ext cx="11087540" cy="5704365"/>
          </a:xfrm>
          <a:prstGeom prst="roundRect">
            <a:avLst>
              <a:gd name="adj" fmla="val 3256"/>
            </a:avLst>
          </a:prstGeom>
          <a:solidFill>
            <a:schemeClr val="bg1">
              <a:lumMod val="95000"/>
            </a:schemeClr>
          </a:solidFill>
          <a:ln w="317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BBB241D-DF81-835E-2D67-F68371147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3" y="97194"/>
            <a:ext cx="11591925" cy="869594"/>
          </a:xfrm>
        </p:spPr>
        <p:txBody>
          <a:bodyPr>
            <a:noAutofit/>
          </a:bodyPr>
          <a:lstStyle>
            <a:lvl1pPr>
              <a:defRPr sz="3600">
                <a:solidFill>
                  <a:srgbClr val="66FF33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CCECFD-6308-0021-7A87-69C4BBF57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800">
                <a:solidFill>
                  <a:srgbClr val="FF0000"/>
                </a:solidFill>
                <a:latin typeface="Poppins" pitchFamily="2" charset="77"/>
                <a:cs typeface="Poppins" pitchFamily="2" charset="77"/>
              </a:defRPr>
            </a:lvl1pPr>
            <a:lvl2pPr marL="895335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7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150492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6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3pPr>
            <a:lvl4pPr marL="2114504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5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4pPr>
            <a:lvl5pPr marL="2724089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4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5393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41B2-6D24-C85E-41B0-069A594984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625" y="2672394"/>
            <a:ext cx="10424532" cy="418560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Disciplina</a:t>
            </a:r>
            <a:br>
              <a:rPr lang="en-US" dirty="0"/>
            </a:br>
            <a:br>
              <a:rPr lang="en-US" dirty="0"/>
            </a:b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Título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9948CD5-BAAB-00C0-E2AB-BB06808349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624" y="1996751"/>
            <a:ext cx="10508600" cy="590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err="1">
                <a:solidFill>
                  <a:srgbClr val="FF6600"/>
                </a:solidFill>
              </a:rPr>
              <a:t>Faculdade</a:t>
            </a:r>
            <a:endParaRPr lang="en-US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759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chemeClr val="accent6"/>
            </a:gs>
            <a:gs pos="26000">
              <a:schemeClr val="accent4"/>
            </a:gs>
            <a:gs pos="96000">
              <a:schemeClr val="accent1"/>
            </a:gs>
            <a:gs pos="54000">
              <a:schemeClr val="accent1"/>
            </a:gs>
          </a:gsLst>
          <a:lin ang="6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8E521-62AB-88F5-654A-026EBED2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7E2F2-56F5-188A-BC96-0E8873B1F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200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F6EF-72F7-5FC0-B815-1E1AE661D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625" y="2382253"/>
            <a:ext cx="10424532" cy="4475747"/>
          </a:xfrm>
        </p:spPr>
        <p:txBody>
          <a:bodyPr/>
          <a:lstStyle/>
          <a:p>
            <a:r>
              <a:rPr lang="en-US" dirty="0" err="1"/>
              <a:t>Estrutura</a:t>
            </a:r>
            <a:r>
              <a:rPr lang="en-US" dirty="0"/>
              <a:t> e </a:t>
            </a:r>
            <a:r>
              <a:rPr lang="en-US" dirty="0" err="1"/>
              <a:t>Recuperação</a:t>
            </a:r>
            <a:r>
              <a:rPr lang="en-US" dirty="0"/>
              <a:t> de Dados I</a:t>
            </a:r>
            <a:br>
              <a:rPr lang="en-US" dirty="0"/>
            </a:br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Prof. Dr. Paulo Cesar de Alvarenga Lucci</a:t>
            </a:r>
            <a:br>
              <a:rPr lang="en-US" dirty="0"/>
            </a:br>
            <a:br>
              <a:rPr lang="en-US" dirty="0"/>
            </a:b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Listas</a:t>
            </a:r>
            <a:r>
              <a:rPr lang="en-US" sz="40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</a:t>
            </a: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Encadeadas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66FD4-6C1B-4401-8F47-FEB0342D252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66775" y="2838600"/>
            <a:ext cx="10508600" cy="5904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6600"/>
                </a:solidFill>
              </a:rPr>
              <a:t>Engenharia</a:t>
            </a:r>
            <a:r>
              <a:rPr lang="en-US" dirty="0">
                <a:solidFill>
                  <a:srgbClr val="FF6600"/>
                </a:solidFill>
              </a:rPr>
              <a:t> de Software – PUC Campinas</a:t>
            </a:r>
          </a:p>
        </p:txBody>
      </p:sp>
    </p:spTree>
    <p:extLst>
      <p:ext uri="{BB962C8B-B14F-4D97-AF65-F5344CB8AC3E}">
        <p14:creationId xmlns:p14="http://schemas.microsoft.com/office/powerpoint/2010/main" val="1442525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Exercício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>
            <a:normAutofit lnSpcReduction="10000"/>
          </a:bodyPr>
          <a:lstStyle/>
          <a:p>
            <a:r>
              <a:rPr lang="pt-BR" dirty="0"/>
              <a:t>Gestão de clientes</a:t>
            </a:r>
          </a:p>
          <a:p>
            <a:pPr lvl="1"/>
            <a:r>
              <a:rPr lang="pt-BR" dirty="0"/>
              <a:t>Você foi contratado para desenvolver um sistema de gerenciamento de clientes de uma loja.</a:t>
            </a:r>
          </a:p>
          <a:p>
            <a:pPr lvl="1"/>
            <a:r>
              <a:rPr lang="pt-BR" dirty="0"/>
              <a:t>O sistema deve gerenciar os seguintes dados de cada cliente:</a:t>
            </a:r>
          </a:p>
          <a:p>
            <a:pPr lvl="2"/>
            <a:r>
              <a:rPr lang="pt-BR" dirty="0"/>
              <a:t>- Nome (</a:t>
            </a:r>
            <a:r>
              <a:rPr lang="pt-BR" dirty="0" err="1"/>
              <a:t>string</a:t>
            </a:r>
            <a:r>
              <a:rPr lang="pt-BR" dirty="0"/>
              <a:t>).</a:t>
            </a:r>
          </a:p>
          <a:p>
            <a:pPr lvl="2"/>
            <a:r>
              <a:rPr lang="pt-BR" dirty="0"/>
              <a:t>- CPF (</a:t>
            </a:r>
            <a:r>
              <a:rPr lang="pt-BR" dirty="0" err="1"/>
              <a:t>long</a:t>
            </a:r>
            <a:r>
              <a:rPr lang="pt-BR" dirty="0"/>
              <a:t>).</a:t>
            </a:r>
          </a:p>
          <a:p>
            <a:pPr lvl="2"/>
            <a:r>
              <a:rPr lang="pt-BR" dirty="0"/>
              <a:t>- Contato de celular (</a:t>
            </a:r>
            <a:r>
              <a:rPr lang="pt-BR" dirty="0" err="1"/>
              <a:t>long</a:t>
            </a:r>
            <a:r>
              <a:rPr lang="pt-BR" dirty="0"/>
              <a:t>).</a:t>
            </a:r>
          </a:p>
          <a:p>
            <a:pPr lvl="1"/>
            <a:r>
              <a:rPr lang="pt-BR" dirty="0"/>
              <a:t>O programa deve ter um menu que oferece as seguintes funcionalidades:</a:t>
            </a:r>
          </a:p>
          <a:p>
            <a:pPr lvl="2"/>
            <a:r>
              <a:rPr lang="pt-BR" dirty="0"/>
              <a:t>Cadastrar cliente</a:t>
            </a:r>
          </a:p>
          <a:p>
            <a:pPr lvl="2"/>
            <a:r>
              <a:rPr lang="pt-BR" dirty="0"/>
              <a:t>Excluir cliente</a:t>
            </a:r>
          </a:p>
          <a:p>
            <a:pPr lvl="2"/>
            <a:r>
              <a:rPr lang="pt-BR" dirty="0"/>
              <a:t>Exibir clientes</a:t>
            </a:r>
          </a:p>
          <a:p>
            <a:pPr lvl="2"/>
            <a:r>
              <a:rPr lang="pt-BR" dirty="0"/>
              <a:t>Consultar clientes pelo CPF</a:t>
            </a:r>
          </a:p>
          <a:p>
            <a:pPr lvl="2"/>
            <a:r>
              <a:rPr lang="pt-BR" dirty="0"/>
              <a:t>Sair do programa</a:t>
            </a:r>
          </a:p>
          <a:p>
            <a:pPr lvl="1"/>
            <a:r>
              <a:rPr lang="pt-BR" dirty="0"/>
              <a:t>PARA ISSO, UTILIZE LISTAS ENCADEADAS</a:t>
            </a:r>
          </a:p>
        </p:txBody>
      </p:sp>
    </p:spTree>
    <p:extLst>
      <p:ext uri="{BB962C8B-B14F-4D97-AF65-F5344CB8AC3E}">
        <p14:creationId xmlns:p14="http://schemas.microsoft.com/office/powerpoint/2010/main" val="977554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4">
      <a:dk1>
        <a:srgbClr val="000000"/>
      </a:dk1>
      <a:lt1>
        <a:srgbClr val="FFFFFF"/>
      </a:lt1>
      <a:dk2>
        <a:srgbClr val="4B2D96"/>
      </a:dk2>
      <a:lt2>
        <a:srgbClr val="F8F8F8"/>
      </a:lt2>
      <a:accent1>
        <a:srgbClr val="120C26"/>
      </a:accent1>
      <a:accent2>
        <a:srgbClr val="1D1340"/>
      </a:accent2>
      <a:accent3>
        <a:srgbClr val="48358C"/>
      </a:accent3>
      <a:accent4>
        <a:srgbClr val="553FA6"/>
      </a:accent4>
      <a:accent5>
        <a:srgbClr val="A6768C"/>
      </a:accent5>
      <a:accent6>
        <a:srgbClr val="EFE4E8"/>
      </a:accent6>
      <a:hlink>
        <a:srgbClr val="A6768C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</TotalTime>
  <Words>105</Words>
  <Application>Microsoft Office PowerPoint</Application>
  <PresentationFormat>Widescreen</PresentationFormat>
  <Paragraphs>17</Paragraphs>
  <Slides>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10" baseType="lpstr">
      <vt:lpstr>Arial</vt:lpstr>
      <vt:lpstr>Arial Narrow</vt:lpstr>
      <vt:lpstr>Calibri</vt:lpstr>
      <vt:lpstr>Courier New</vt:lpstr>
      <vt:lpstr>Poppins</vt:lpstr>
      <vt:lpstr>Roboto</vt:lpstr>
      <vt:lpstr>Segoe UI</vt:lpstr>
      <vt:lpstr>Office Theme</vt:lpstr>
      <vt:lpstr>Estrutura e Recuperação de Dados I Prof. Dr. Paulo Cesar de Alvarenga Lucci  Listas Encadeadas</vt:lpstr>
      <vt:lpstr>Exercício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 e Recuperação de Dados I Prof. Dr. Paulo Cesar de Alvarenga Lucci  Recursividade</dc:title>
  <dc:creator>Yasin Arafat</dc:creator>
  <cp:lastModifiedBy>P147316</cp:lastModifiedBy>
  <cp:revision>172</cp:revision>
  <dcterms:created xsi:type="dcterms:W3CDTF">2024-05-23T06:52:39Z</dcterms:created>
  <dcterms:modified xsi:type="dcterms:W3CDTF">2025-09-11T11:06:46Z</dcterms:modified>
</cp:coreProperties>
</file>