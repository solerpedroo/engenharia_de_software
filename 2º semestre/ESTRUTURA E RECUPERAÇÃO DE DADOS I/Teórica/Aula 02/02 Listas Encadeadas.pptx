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60" r:id="rId3"/>
    <p:sldId id="261" r:id="rId4"/>
    <p:sldId id="262" r:id="rId5"/>
    <p:sldId id="263" r:id="rId6"/>
    <p:sldId id="265" r:id="rId7"/>
    <p:sldId id="266" r:id="rId8"/>
    <p:sldId id="264" r:id="rId9"/>
    <p:sldId id="267" r:id="rId10"/>
    <p:sldId id="268" r:id="rId11"/>
    <p:sldId id="269" r:id="rId12"/>
    <p:sldId id="270" r:id="rId13"/>
    <p:sldId id="27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3" r:id="rId45"/>
    <p:sldId id="304" r:id="rId46"/>
    <p:sldId id="305" r:id="rId47"/>
    <p:sldId id="308" r:id="rId48"/>
    <p:sldId id="306" r:id="rId49"/>
    <p:sldId id="307" r:id="rId50"/>
    <p:sldId id="309" r:id="rId51"/>
    <p:sldId id="310" r:id="rId52"/>
    <p:sldId id="311" r:id="rId53"/>
    <p:sldId id="312" r:id="rId54"/>
    <p:sldId id="313" r:id="rId55"/>
    <p:sldId id="314" r:id="rId56"/>
    <p:sldId id="31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72" autoAdjust="0"/>
    <p:restoredTop sz="84888" autoAdjust="0"/>
  </p:normalViewPr>
  <p:slideViewPr>
    <p:cSldViewPr snapToGrid="0">
      <p:cViewPr varScale="1">
        <p:scale>
          <a:sx n="96" d="100"/>
          <a:sy n="96" d="100"/>
        </p:scale>
        <p:origin x="142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84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62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02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8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53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79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71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37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60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19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1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74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822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02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35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17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97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01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66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574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21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334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862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797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188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578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734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702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150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07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87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017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533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341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58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410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312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967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459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162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400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618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6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157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264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348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300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2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3" y="1056437"/>
            <a:ext cx="11087540" cy="5704365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e </a:t>
            </a:r>
            <a:r>
              <a:rPr lang="en-US" dirty="0" err="1"/>
              <a:t>Recuperação</a:t>
            </a:r>
            <a:r>
              <a:rPr lang="en-US" dirty="0"/>
              <a:t> de Dados I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RELEMBRANDO OS VETORES</a:t>
            </a:r>
          </a:p>
          <a:p>
            <a:pPr lvl="1"/>
            <a:r>
              <a:rPr lang="pt-BR" dirty="0"/>
              <a:t>Vetores armazenam elementos em posições sequenciais da memória.</a:t>
            </a:r>
          </a:p>
          <a:p>
            <a:pPr lvl="1"/>
            <a:r>
              <a:rPr lang="pt-BR" dirty="0"/>
              <a:t>Têm tamanho fixo definido na declaração.</a:t>
            </a:r>
          </a:p>
          <a:p>
            <a:pPr lvl="1"/>
            <a:r>
              <a:rPr lang="pt-BR" dirty="0"/>
              <a:t>Boa eficiência no acesso direto: </a:t>
            </a:r>
            <a:r>
              <a:rPr lang="pt-BR" dirty="0" err="1"/>
              <a:t>vet</a:t>
            </a:r>
            <a:r>
              <a:rPr lang="pt-BR" dirty="0"/>
              <a:t>[i].</a:t>
            </a:r>
          </a:p>
          <a:p>
            <a:pPr lvl="1"/>
            <a:r>
              <a:rPr lang="pt-BR" dirty="0"/>
              <a:t>Limitação: dificuldade para crescer, reduzir, inserir ou remover elementos no meio.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BA6FBB6-158A-435A-ADB5-8C28E7BB18AF}"/>
              </a:ext>
            </a:extLst>
          </p:cNvPr>
          <p:cNvSpPr txBox="1"/>
          <p:nvPr/>
        </p:nvSpPr>
        <p:spPr>
          <a:xfrm>
            <a:off x="1655064" y="3724979"/>
            <a:ext cx="287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int</a:t>
            </a:r>
            <a:r>
              <a:rPr lang="pt-BR" dirty="0"/>
              <a:t> a[6] = { 4, 9, 1, 3, 8, 2, 5 };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F7CFCF2-9A49-42A1-8533-D4B7A1635011}"/>
              </a:ext>
            </a:extLst>
          </p:cNvPr>
          <p:cNvGrpSpPr/>
          <p:nvPr/>
        </p:nvGrpSpPr>
        <p:grpSpPr>
          <a:xfrm>
            <a:off x="5058085" y="3573961"/>
            <a:ext cx="731520" cy="2346923"/>
            <a:chOff x="5019525" y="3372793"/>
            <a:chExt cx="731520" cy="2346923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2B96B56-A7AB-409E-834C-46D0690F262C}"/>
                </a:ext>
              </a:extLst>
            </p:cNvPr>
            <p:cNvSpPr/>
            <p:nvPr/>
          </p:nvSpPr>
          <p:spPr>
            <a:xfrm>
              <a:off x="5339565" y="3734123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3381983-842C-4146-A234-22683481AB1E}"/>
                </a:ext>
              </a:extLst>
            </p:cNvPr>
            <p:cNvSpPr/>
            <p:nvPr/>
          </p:nvSpPr>
          <p:spPr>
            <a:xfrm>
              <a:off x="5339565" y="4017587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433BEF4-3F14-46B6-84DD-0461B0620D3A}"/>
                </a:ext>
              </a:extLst>
            </p:cNvPr>
            <p:cNvSpPr/>
            <p:nvPr/>
          </p:nvSpPr>
          <p:spPr>
            <a:xfrm>
              <a:off x="5339565" y="4301051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1F6DD4C-AED6-4C89-8F43-3E9654E65B34}"/>
                </a:ext>
              </a:extLst>
            </p:cNvPr>
            <p:cNvSpPr/>
            <p:nvPr/>
          </p:nvSpPr>
          <p:spPr>
            <a:xfrm>
              <a:off x="5339565" y="4582800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6FC541AF-2719-4F0B-9BE1-258DCAD42C41}"/>
                </a:ext>
              </a:extLst>
            </p:cNvPr>
            <p:cNvSpPr/>
            <p:nvPr/>
          </p:nvSpPr>
          <p:spPr>
            <a:xfrm>
              <a:off x="5339565" y="4864549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39DA2F6-B93B-4AB7-8103-CB9550E23D64}"/>
                </a:ext>
              </a:extLst>
            </p:cNvPr>
            <p:cNvSpPr/>
            <p:nvPr/>
          </p:nvSpPr>
          <p:spPr>
            <a:xfrm>
              <a:off x="5339565" y="5146298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4E43530-D28B-49F4-97B7-61B45A201AB2}"/>
                </a:ext>
              </a:extLst>
            </p:cNvPr>
            <p:cNvSpPr/>
            <p:nvPr/>
          </p:nvSpPr>
          <p:spPr>
            <a:xfrm>
              <a:off x="5339565" y="5423475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2E612B44-2684-4EEE-A6B8-127DC292538E}"/>
                </a:ext>
              </a:extLst>
            </p:cNvPr>
            <p:cNvSpPr txBox="1"/>
            <p:nvPr/>
          </p:nvSpPr>
          <p:spPr>
            <a:xfrm>
              <a:off x="5019525" y="37249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pt-BR" sz="1400" dirty="0"/>
                <a:t>0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0F4D351-603A-4E34-8DED-B13B68D4DF7B}"/>
                </a:ext>
              </a:extLst>
            </p:cNvPr>
            <p:cNvSpPr txBox="1"/>
            <p:nvPr/>
          </p:nvSpPr>
          <p:spPr>
            <a:xfrm>
              <a:off x="5019525" y="400532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pt-BR" sz="1400" dirty="0"/>
                <a:t>1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A7F6799F-C24E-443C-AAA3-FCA2C93782F5}"/>
                </a:ext>
              </a:extLst>
            </p:cNvPr>
            <p:cNvSpPr txBox="1"/>
            <p:nvPr/>
          </p:nvSpPr>
          <p:spPr>
            <a:xfrm>
              <a:off x="5019525" y="428566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pt-BR" sz="1400" dirty="0"/>
                <a:t>2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1AC365B8-31E0-4AF0-B089-2389DABA6AF6}"/>
                </a:ext>
              </a:extLst>
            </p:cNvPr>
            <p:cNvSpPr txBox="1"/>
            <p:nvPr/>
          </p:nvSpPr>
          <p:spPr>
            <a:xfrm>
              <a:off x="5019525" y="456601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pt-BR" sz="1400" dirty="0"/>
                <a:t>3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9853857-26F0-4D9A-8DBC-E458D61609DF}"/>
                </a:ext>
              </a:extLst>
            </p:cNvPr>
            <p:cNvSpPr txBox="1"/>
            <p:nvPr/>
          </p:nvSpPr>
          <p:spPr>
            <a:xfrm>
              <a:off x="5028669" y="4852548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pt-BR" sz="1400" dirty="0"/>
                <a:t>4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62CF755-EF33-4A0F-A52F-0D627BFAB436}"/>
                </a:ext>
              </a:extLst>
            </p:cNvPr>
            <p:cNvSpPr txBox="1"/>
            <p:nvPr/>
          </p:nvSpPr>
          <p:spPr>
            <a:xfrm>
              <a:off x="5028669" y="512374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pt-BR" sz="1400" dirty="0"/>
                <a:t>5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44CAAD81-9203-4343-B06D-068E307AB361}"/>
                </a:ext>
              </a:extLst>
            </p:cNvPr>
            <p:cNvSpPr txBox="1"/>
            <p:nvPr/>
          </p:nvSpPr>
          <p:spPr>
            <a:xfrm>
              <a:off x="5019525" y="541193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pt-BR" sz="1400" dirty="0"/>
                <a:t>6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1094ADF9-32E9-49B8-AB8B-7461E0D2E76E}"/>
                </a:ext>
              </a:extLst>
            </p:cNvPr>
            <p:cNvSpPr txBox="1"/>
            <p:nvPr/>
          </p:nvSpPr>
          <p:spPr>
            <a:xfrm>
              <a:off x="5397668" y="3372793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755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 SE NÃO PRECISÁSSEMOS DE MEMÓRIA SEQUENCIAL?</a:t>
            </a:r>
          </a:p>
          <a:p>
            <a:pPr lvl="1"/>
            <a:r>
              <a:rPr lang="pt-BR" dirty="0"/>
              <a:t>Em alguns problemas, não é prático usar memória contínua.</a:t>
            </a:r>
          </a:p>
          <a:p>
            <a:pPr lvl="1"/>
            <a:r>
              <a:rPr lang="pt-BR" dirty="0"/>
              <a:t>Precisamos de estruturas que cresçam dinamicamente.</a:t>
            </a:r>
          </a:p>
          <a:p>
            <a:pPr lvl="1"/>
            <a:r>
              <a:rPr lang="pt-BR" dirty="0"/>
              <a:t>Surge a ideia de listas encadeadas.</a:t>
            </a: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968815A0-78C1-4F8D-926B-2A374747B4D3}"/>
              </a:ext>
            </a:extLst>
          </p:cNvPr>
          <p:cNvGrpSpPr/>
          <p:nvPr/>
        </p:nvGrpSpPr>
        <p:grpSpPr>
          <a:xfrm>
            <a:off x="3448347" y="3048718"/>
            <a:ext cx="5142669" cy="3263511"/>
            <a:chOff x="3448347" y="3048718"/>
            <a:chExt cx="5142669" cy="3263511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4BA6FBB6-158A-435A-ADB5-8C28E7BB18AF}"/>
                </a:ext>
              </a:extLst>
            </p:cNvPr>
            <p:cNvSpPr txBox="1"/>
            <p:nvPr/>
          </p:nvSpPr>
          <p:spPr>
            <a:xfrm>
              <a:off x="3801237" y="3048718"/>
              <a:ext cx="725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2B96B56-A7AB-409E-834C-46D0690F262C}"/>
                </a:ext>
              </a:extLst>
            </p:cNvPr>
            <p:cNvSpPr/>
            <p:nvPr/>
          </p:nvSpPr>
          <p:spPr>
            <a:xfrm>
              <a:off x="4527141" y="3104630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3381983-842C-4146-A234-22683481AB1E}"/>
                </a:ext>
              </a:extLst>
            </p:cNvPr>
            <p:cNvSpPr/>
            <p:nvPr/>
          </p:nvSpPr>
          <p:spPr>
            <a:xfrm>
              <a:off x="5711706" y="3757426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433BEF4-3F14-46B6-84DD-0461B0620D3A}"/>
                </a:ext>
              </a:extLst>
            </p:cNvPr>
            <p:cNvSpPr/>
            <p:nvPr/>
          </p:nvSpPr>
          <p:spPr>
            <a:xfrm>
              <a:off x="4732881" y="4272674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1F6DD4C-AED6-4C89-8F43-3E9654E65B34}"/>
                </a:ext>
              </a:extLst>
            </p:cNvPr>
            <p:cNvSpPr/>
            <p:nvPr/>
          </p:nvSpPr>
          <p:spPr>
            <a:xfrm>
              <a:off x="3448347" y="4913569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6FC541AF-2719-4F0B-9BE1-258DCAD42C41}"/>
                </a:ext>
              </a:extLst>
            </p:cNvPr>
            <p:cNvSpPr/>
            <p:nvPr/>
          </p:nvSpPr>
          <p:spPr>
            <a:xfrm>
              <a:off x="4383547" y="5624643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39DA2F6-B93B-4AB7-8103-CB9550E23D64}"/>
                </a:ext>
              </a:extLst>
            </p:cNvPr>
            <p:cNvSpPr/>
            <p:nvPr/>
          </p:nvSpPr>
          <p:spPr>
            <a:xfrm>
              <a:off x="6063254" y="5053970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4E43530-D28B-49F4-97B7-61B45A201AB2}"/>
                </a:ext>
              </a:extLst>
            </p:cNvPr>
            <p:cNvSpPr/>
            <p:nvPr/>
          </p:nvSpPr>
          <p:spPr>
            <a:xfrm>
              <a:off x="7133773" y="5985831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6A90C910-DCA0-4990-AEEF-293FF988E7EF}"/>
                </a:ext>
              </a:extLst>
            </p:cNvPr>
            <p:cNvCxnSpPr>
              <a:cxnSpLocks/>
              <a:stCxn id="4" idx="3"/>
              <a:endCxn id="6" idx="0"/>
            </p:cNvCxnSpPr>
            <p:nvPr/>
          </p:nvCxnSpPr>
          <p:spPr>
            <a:xfrm>
              <a:off x="4938621" y="3246362"/>
              <a:ext cx="978825" cy="511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9102B82E-CBCB-43EC-9FE9-8EDC4BBFBB38}"/>
                </a:ext>
              </a:extLst>
            </p:cNvPr>
            <p:cNvCxnSpPr>
              <a:cxnSpLocks/>
              <a:stCxn id="6" idx="2"/>
              <a:endCxn id="7" idx="3"/>
            </p:cNvCxnSpPr>
            <p:nvPr/>
          </p:nvCxnSpPr>
          <p:spPr>
            <a:xfrm flipH="1">
              <a:off x="5144361" y="4040890"/>
              <a:ext cx="773085" cy="3735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1D9CC94-18BA-4A7C-8199-C29CC4BB3818}"/>
                </a:ext>
              </a:extLst>
            </p:cNvPr>
            <p:cNvCxnSpPr>
              <a:stCxn id="7" idx="1"/>
              <a:endCxn id="8" idx="3"/>
            </p:cNvCxnSpPr>
            <p:nvPr/>
          </p:nvCxnSpPr>
          <p:spPr>
            <a:xfrm flipH="1">
              <a:off x="3859827" y="4414406"/>
              <a:ext cx="873054" cy="6408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BDB55BA3-F26E-4CBB-B767-62EA8BB11159}"/>
                </a:ext>
              </a:extLst>
            </p:cNvPr>
            <p:cNvCxnSpPr>
              <a:stCxn id="8" idx="2"/>
              <a:endCxn id="9" idx="1"/>
            </p:cNvCxnSpPr>
            <p:nvPr/>
          </p:nvCxnSpPr>
          <p:spPr>
            <a:xfrm>
              <a:off x="3654087" y="5197033"/>
              <a:ext cx="729460" cy="5693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318692DA-8CDB-4C0F-A78A-FBFDCA55D4DE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 flipV="1">
              <a:off x="4795027" y="5195702"/>
              <a:ext cx="1268227" cy="5706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A7490408-D452-4109-A26A-061405E4AAC8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>
              <a:off x="6474734" y="5195702"/>
              <a:ext cx="659039" cy="931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A6BE60E7-1326-46BD-B6CA-C37B1E3C95D6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7545253" y="6127563"/>
              <a:ext cx="346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id="{EA8FBED7-4FF1-4F29-8984-AD30338BAF7A}"/>
                </a:ext>
              </a:extLst>
            </p:cNvPr>
            <p:cNvSpPr txBox="1"/>
            <p:nvPr/>
          </p:nvSpPr>
          <p:spPr>
            <a:xfrm>
              <a:off x="7914228" y="5942897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NULL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541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AFINAL, O QUE É UMA LISTA ENCADEADA?</a:t>
            </a:r>
          </a:p>
          <a:p>
            <a:pPr lvl="1"/>
            <a:r>
              <a:rPr lang="pt-BR" dirty="0"/>
              <a:t>É uma estrutura de dados formada por nós.</a:t>
            </a:r>
          </a:p>
          <a:p>
            <a:pPr lvl="1"/>
            <a:r>
              <a:rPr lang="pt-BR" dirty="0"/>
              <a:t>Cada nó contém: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Dado(s): </a:t>
            </a:r>
            <a:r>
              <a:rPr lang="pt-BR" dirty="0"/>
              <a:t>pode ser uma variável primitiva, várias variáveis primitivas, </a:t>
            </a:r>
            <a:r>
              <a:rPr lang="pt-BR" dirty="0" err="1"/>
              <a:t>structs</a:t>
            </a:r>
            <a:r>
              <a:rPr lang="pt-BR" dirty="0"/>
              <a:t> etc.</a:t>
            </a:r>
          </a:p>
          <a:p>
            <a:pPr lvl="2"/>
            <a:r>
              <a:rPr lang="pt-BR" dirty="0"/>
              <a:t>Um </a:t>
            </a:r>
            <a:r>
              <a:rPr lang="pt-BR" dirty="0">
                <a:solidFill>
                  <a:srgbClr val="FF0000"/>
                </a:solidFill>
              </a:rPr>
              <a:t>ponteiro</a:t>
            </a:r>
            <a:r>
              <a:rPr lang="pt-BR" dirty="0"/>
              <a:t> para o </a:t>
            </a:r>
            <a:r>
              <a:rPr lang="pt-BR" dirty="0">
                <a:solidFill>
                  <a:srgbClr val="FF0000"/>
                </a:solidFill>
              </a:rPr>
              <a:t>próximo nó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Os nós podem estar espalhados pela memória.</a:t>
            </a:r>
          </a:p>
          <a:p>
            <a:pPr lvl="1"/>
            <a:r>
              <a:rPr lang="pt-BR" dirty="0"/>
              <a:t>A ligação entre eles é feita pelos ponteiros.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0C641AE7-EBEE-46D7-8BB3-7116D720FC02}"/>
              </a:ext>
            </a:extLst>
          </p:cNvPr>
          <p:cNvGrpSpPr/>
          <p:nvPr/>
        </p:nvGrpSpPr>
        <p:grpSpPr>
          <a:xfrm>
            <a:off x="6862042" y="3759324"/>
            <a:ext cx="3877255" cy="2337794"/>
            <a:chOff x="3448347" y="2958254"/>
            <a:chExt cx="5707145" cy="3441129"/>
          </a:xfrm>
        </p:grpSpPr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49EA946-F7DA-4FB5-A8C1-E377E78D286A}"/>
                </a:ext>
              </a:extLst>
            </p:cNvPr>
            <p:cNvSpPr txBox="1"/>
            <p:nvPr/>
          </p:nvSpPr>
          <p:spPr>
            <a:xfrm>
              <a:off x="3515080" y="2958254"/>
              <a:ext cx="1098031" cy="543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BAEC443-8F42-40A2-A7C5-C7B97C7C39C0}"/>
                </a:ext>
              </a:extLst>
            </p:cNvPr>
            <p:cNvSpPr/>
            <p:nvPr/>
          </p:nvSpPr>
          <p:spPr>
            <a:xfrm>
              <a:off x="4527141" y="3104630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AF239DC7-43FE-4638-9F8D-EEDCD4F12A15}"/>
                </a:ext>
              </a:extLst>
            </p:cNvPr>
            <p:cNvSpPr/>
            <p:nvPr/>
          </p:nvSpPr>
          <p:spPr>
            <a:xfrm>
              <a:off x="5711706" y="3757426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0AAAD9B6-8848-487B-A9AA-67F505D541D3}"/>
                </a:ext>
              </a:extLst>
            </p:cNvPr>
            <p:cNvSpPr/>
            <p:nvPr/>
          </p:nvSpPr>
          <p:spPr>
            <a:xfrm>
              <a:off x="4732881" y="4272674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4BB8F4A7-7777-4592-BDD4-8562110F95B0}"/>
                </a:ext>
              </a:extLst>
            </p:cNvPr>
            <p:cNvSpPr/>
            <p:nvPr/>
          </p:nvSpPr>
          <p:spPr>
            <a:xfrm>
              <a:off x="3448347" y="4913569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A58D38FA-6D32-4AE2-BDE2-FA1037C7C273}"/>
                </a:ext>
              </a:extLst>
            </p:cNvPr>
            <p:cNvSpPr/>
            <p:nvPr/>
          </p:nvSpPr>
          <p:spPr>
            <a:xfrm>
              <a:off x="4383547" y="5624643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7B079AD6-C8E7-4364-A188-B4C2C8A055FA}"/>
                </a:ext>
              </a:extLst>
            </p:cNvPr>
            <p:cNvSpPr/>
            <p:nvPr/>
          </p:nvSpPr>
          <p:spPr>
            <a:xfrm>
              <a:off x="6063254" y="5053970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AE1D782F-A511-4529-9165-4F3153A41F79}"/>
                </a:ext>
              </a:extLst>
            </p:cNvPr>
            <p:cNvSpPr/>
            <p:nvPr/>
          </p:nvSpPr>
          <p:spPr>
            <a:xfrm>
              <a:off x="7133773" y="5985831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051D39B7-A005-4A27-BAAF-53D7DC3A94F1}"/>
                </a:ext>
              </a:extLst>
            </p:cNvPr>
            <p:cNvCxnSpPr>
              <a:cxnSpLocks/>
              <a:stCxn id="44" idx="3"/>
              <a:endCxn id="45" idx="0"/>
            </p:cNvCxnSpPr>
            <p:nvPr/>
          </p:nvCxnSpPr>
          <p:spPr>
            <a:xfrm>
              <a:off x="4938621" y="3246362"/>
              <a:ext cx="978825" cy="511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de Seta Reta 52">
              <a:extLst>
                <a:ext uri="{FF2B5EF4-FFF2-40B4-BE49-F238E27FC236}">
                  <a16:creationId xmlns:a16="http://schemas.microsoft.com/office/drawing/2014/main" id="{3AE1EA31-862E-40B6-94C3-9465F830239C}"/>
                </a:ext>
              </a:extLst>
            </p:cNvPr>
            <p:cNvCxnSpPr>
              <a:cxnSpLocks/>
              <a:stCxn id="45" idx="2"/>
              <a:endCxn id="46" idx="3"/>
            </p:cNvCxnSpPr>
            <p:nvPr/>
          </p:nvCxnSpPr>
          <p:spPr>
            <a:xfrm flipH="1">
              <a:off x="5144361" y="4040890"/>
              <a:ext cx="773085" cy="3735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B86973F3-AED2-46B9-9773-4BD801286811}"/>
                </a:ext>
              </a:extLst>
            </p:cNvPr>
            <p:cNvCxnSpPr>
              <a:stCxn id="46" idx="1"/>
              <a:endCxn id="47" idx="3"/>
            </p:cNvCxnSpPr>
            <p:nvPr/>
          </p:nvCxnSpPr>
          <p:spPr>
            <a:xfrm flipH="1">
              <a:off x="3859827" y="4414406"/>
              <a:ext cx="873054" cy="6408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A0FE97B6-F446-4958-9460-0981E8355212}"/>
                </a:ext>
              </a:extLst>
            </p:cNvPr>
            <p:cNvCxnSpPr>
              <a:stCxn id="47" idx="2"/>
              <a:endCxn id="48" idx="1"/>
            </p:cNvCxnSpPr>
            <p:nvPr/>
          </p:nvCxnSpPr>
          <p:spPr>
            <a:xfrm>
              <a:off x="3654087" y="5197033"/>
              <a:ext cx="729460" cy="5693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de Seta Reta 55">
              <a:extLst>
                <a:ext uri="{FF2B5EF4-FFF2-40B4-BE49-F238E27FC236}">
                  <a16:creationId xmlns:a16="http://schemas.microsoft.com/office/drawing/2014/main" id="{F9561062-1B7B-4777-BC73-182E5009CA2E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4795027" y="5195702"/>
              <a:ext cx="1268227" cy="5706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de Seta Reta 56">
              <a:extLst>
                <a:ext uri="{FF2B5EF4-FFF2-40B4-BE49-F238E27FC236}">
                  <a16:creationId xmlns:a16="http://schemas.microsoft.com/office/drawing/2014/main" id="{274D40CB-1CCA-4F8A-B3C7-28EB20A10B41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>
              <a:off x="6474734" y="5195702"/>
              <a:ext cx="659039" cy="931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de Seta Reta 57">
              <a:extLst>
                <a:ext uri="{FF2B5EF4-FFF2-40B4-BE49-F238E27FC236}">
                  <a16:creationId xmlns:a16="http://schemas.microsoft.com/office/drawing/2014/main" id="{BCD2DAE4-38D5-43EB-BD9E-B6410AE81AFF}"/>
                </a:ext>
              </a:extLst>
            </p:cNvPr>
            <p:cNvCxnSpPr>
              <a:stCxn id="50" idx="3"/>
            </p:cNvCxnSpPr>
            <p:nvPr/>
          </p:nvCxnSpPr>
          <p:spPr>
            <a:xfrm>
              <a:off x="7545253" y="6127563"/>
              <a:ext cx="346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1C396C85-D164-4B9C-986D-E4DC18BBACDE}"/>
                </a:ext>
              </a:extLst>
            </p:cNvPr>
            <p:cNvSpPr txBox="1"/>
            <p:nvPr/>
          </p:nvSpPr>
          <p:spPr>
            <a:xfrm>
              <a:off x="7856564" y="5855743"/>
              <a:ext cx="1298928" cy="543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NULL</a:t>
              </a:r>
            </a:p>
          </p:txBody>
        </p:sp>
      </p:grp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03900157-DFA4-4E21-8879-05776657DD61}"/>
              </a:ext>
            </a:extLst>
          </p:cNvPr>
          <p:cNvCxnSpPr/>
          <p:nvPr/>
        </p:nvCxnSpPr>
        <p:spPr>
          <a:xfrm rot="5400000">
            <a:off x="9886766" y="4875640"/>
            <a:ext cx="974204" cy="46634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6A28FE6-54E3-49CD-944D-F0C26E2868A0}"/>
              </a:ext>
            </a:extLst>
          </p:cNvPr>
          <p:cNvSpPr txBox="1"/>
          <p:nvPr/>
        </p:nvSpPr>
        <p:spPr>
          <a:xfrm>
            <a:off x="9558163" y="4213879"/>
            <a:ext cx="20977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Indica o final da lista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26A65884-8767-44CD-A1CF-E4F5C7AB6422}"/>
              </a:ext>
            </a:extLst>
          </p:cNvPr>
          <p:cNvSpPr txBox="1"/>
          <p:nvPr/>
        </p:nvSpPr>
        <p:spPr>
          <a:xfrm>
            <a:off x="8448496" y="4015613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C5ABCE2-DE6E-4C62-A42C-B4808F90CD14}"/>
              </a:ext>
            </a:extLst>
          </p:cNvPr>
          <p:cNvSpPr txBox="1"/>
          <p:nvPr/>
        </p:nvSpPr>
        <p:spPr>
          <a:xfrm>
            <a:off x="7674901" y="4375646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AA10C72D-51A4-4CF9-AC34-914FB1700BCD}"/>
              </a:ext>
            </a:extLst>
          </p:cNvPr>
          <p:cNvSpPr txBox="1"/>
          <p:nvPr/>
        </p:nvSpPr>
        <p:spPr>
          <a:xfrm>
            <a:off x="6804484" y="4802432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627A416E-B876-454C-8843-D58007D93334}"/>
              </a:ext>
            </a:extLst>
          </p:cNvPr>
          <p:cNvSpPr txBox="1"/>
          <p:nvPr/>
        </p:nvSpPr>
        <p:spPr>
          <a:xfrm>
            <a:off x="7432970" y="5279376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7E1E5CA-2623-4A24-9760-A9901D861607}"/>
              </a:ext>
            </a:extLst>
          </p:cNvPr>
          <p:cNvSpPr txBox="1"/>
          <p:nvPr/>
        </p:nvSpPr>
        <p:spPr>
          <a:xfrm>
            <a:off x="8580970" y="4891679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F4B9AD3C-EDB3-47F8-BA30-E4D4A05A3390}"/>
              </a:ext>
            </a:extLst>
          </p:cNvPr>
          <p:cNvSpPr txBox="1"/>
          <p:nvPr/>
        </p:nvSpPr>
        <p:spPr>
          <a:xfrm>
            <a:off x="9308247" y="5512949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No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E0CB0B8-583A-459A-A51F-E5D7241C7095}"/>
              </a:ext>
            </a:extLst>
          </p:cNvPr>
          <p:cNvSpPr txBox="1"/>
          <p:nvPr/>
        </p:nvSpPr>
        <p:spPr>
          <a:xfrm>
            <a:off x="7497387" y="3562243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No</a:t>
            </a:r>
          </a:p>
        </p:txBody>
      </p: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870474CA-B374-4421-A2A5-DE74706BF6C7}"/>
              </a:ext>
            </a:extLst>
          </p:cNvPr>
          <p:cNvCxnSpPr>
            <a:cxnSpLocks/>
          </p:cNvCxnSpPr>
          <p:nvPr/>
        </p:nvCxnSpPr>
        <p:spPr>
          <a:xfrm flipV="1">
            <a:off x="5349240" y="3955056"/>
            <a:ext cx="1537877" cy="1011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0869339A-63CE-4451-8E2E-EAC85FD3D773}"/>
              </a:ext>
            </a:extLst>
          </p:cNvPr>
          <p:cNvSpPr txBox="1"/>
          <p:nvPr/>
        </p:nvSpPr>
        <p:spPr>
          <a:xfrm>
            <a:off x="3268662" y="4881191"/>
            <a:ext cx="2265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lista é, de fato, um node (o nó inicial)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BF1E2F6-7BF6-49FD-8CFE-DBF8547377A9}"/>
              </a:ext>
            </a:extLst>
          </p:cNvPr>
          <p:cNvGrpSpPr/>
          <p:nvPr/>
        </p:nvGrpSpPr>
        <p:grpSpPr>
          <a:xfrm>
            <a:off x="7129893" y="1227188"/>
            <a:ext cx="2811136" cy="957492"/>
            <a:chOff x="7928161" y="1256117"/>
            <a:chExt cx="2811136" cy="957492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17626398-6B0C-49C4-878D-B69BDCBE0958}"/>
                </a:ext>
              </a:extLst>
            </p:cNvPr>
            <p:cNvSpPr/>
            <p:nvPr/>
          </p:nvSpPr>
          <p:spPr>
            <a:xfrm>
              <a:off x="8014260" y="1580533"/>
              <a:ext cx="2656788" cy="6330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7F62C54E-906A-48A6-B910-01D8E1722C9C}"/>
                </a:ext>
              </a:extLst>
            </p:cNvPr>
            <p:cNvSpPr/>
            <p:nvPr/>
          </p:nvSpPr>
          <p:spPr>
            <a:xfrm>
              <a:off x="8014261" y="1579110"/>
              <a:ext cx="1351543" cy="6330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FA958468-5E22-4AE8-B64F-2B3EE76F2203}"/>
                </a:ext>
              </a:extLst>
            </p:cNvPr>
            <p:cNvSpPr txBox="1"/>
            <p:nvPr/>
          </p:nvSpPr>
          <p:spPr>
            <a:xfrm>
              <a:off x="7928161" y="1256117"/>
              <a:ext cx="12593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/>
                <a:t>struct</a:t>
              </a:r>
              <a:r>
                <a:rPr lang="pt-BR" dirty="0"/>
                <a:t> node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5433C736-3DC9-4CF2-B6D4-A98694D904C7}"/>
                </a:ext>
              </a:extLst>
            </p:cNvPr>
            <p:cNvSpPr txBox="1"/>
            <p:nvPr/>
          </p:nvSpPr>
          <p:spPr>
            <a:xfrm>
              <a:off x="8245550" y="1713131"/>
              <a:ext cx="1022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Dado(s)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7E103F29-560A-4976-9FEA-71911CDE68F5}"/>
                </a:ext>
              </a:extLst>
            </p:cNvPr>
            <p:cNvSpPr txBox="1"/>
            <p:nvPr/>
          </p:nvSpPr>
          <p:spPr>
            <a:xfrm>
              <a:off x="9365804" y="1710982"/>
              <a:ext cx="1373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node * </a:t>
              </a:r>
              <a:r>
                <a:rPr lang="pt-BR" dirty="0" err="1"/>
                <a:t>next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788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CARACTERÍSTICAS:</a:t>
            </a:r>
          </a:p>
          <a:p>
            <a:pPr lvl="1"/>
            <a:r>
              <a:rPr lang="pt-BR" dirty="0"/>
              <a:t>Os nós armazenados em lugares diferentes na memória permite seu funcionamento em memórias muito fragmentadas, além de não desperdiçar memória.</a:t>
            </a:r>
          </a:p>
          <a:p>
            <a:pPr lvl="1"/>
            <a:r>
              <a:rPr lang="pt-BR" dirty="0"/>
              <a:t>A inserção e remoção de elementos é simples, não precisando reorganizar toda a lista encadeada à cada operação.</a:t>
            </a:r>
          </a:p>
          <a:p>
            <a:pPr lvl="1"/>
            <a:r>
              <a:rPr lang="pt-BR" dirty="0"/>
              <a:t>Você pode inserir, remover ou acessar elementos em qualquer posição de uma lista encadeada, embora o </a:t>
            </a:r>
            <a:r>
              <a:rPr lang="pt-BR" dirty="0">
                <a:solidFill>
                  <a:srgbClr val="FF0000"/>
                </a:solidFill>
              </a:rPr>
              <a:t>acesso direto </a:t>
            </a:r>
            <a:r>
              <a:rPr lang="pt-BR" dirty="0"/>
              <a:t>a um elemento </a:t>
            </a:r>
            <a:r>
              <a:rPr lang="pt-BR" dirty="0">
                <a:solidFill>
                  <a:srgbClr val="FF0000"/>
                </a:solidFill>
              </a:rPr>
              <a:t>não seja possível</a:t>
            </a:r>
            <a:r>
              <a:rPr lang="pt-BR" dirty="0"/>
              <a:t>... É necessário </a:t>
            </a:r>
            <a:r>
              <a:rPr lang="pt-BR" dirty="0">
                <a:solidFill>
                  <a:srgbClr val="FF0000"/>
                </a:solidFill>
              </a:rPr>
              <a:t>percorrer</a:t>
            </a:r>
            <a:r>
              <a:rPr lang="pt-BR" dirty="0"/>
              <a:t> a lista até encontrar o </a:t>
            </a:r>
            <a:r>
              <a:rPr lang="pt-BR" dirty="0">
                <a:solidFill>
                  <a:srgbClr val="FF0000"/>
                </a:solidFill>
              </a:rPr>
              <a:t>nó desejado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1BF8743-F62E-4B1A-BC31-F8B70B421286}"/>
              </a:ext>
            </a:extLst>
          </p:cNvPr>
          <p:cNvGrpSpPr/>
          <p:nvPr/>
        </p:nvGrpSpPr>
        <p:grpSpPr>
          <a:xfrm>
            <a:off x="2213980" y="4079364"/>
            <a:ext cx="3877255" cy="2337795"/>
            <a:chOff x="3448347" y="2958253"/>
            <a:chExt cx="5707145" cy="344113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F1F5BD75-3CA3-4319-81B1-853519F79AC6}"/>
                </a:ext>
              </a:extLst>
            </p:cNvPr>
            <p:cNvSpPr txBox="1"/>
            <p:nvPr/>
          </p:nvSpPr>
          <p:spPr>
            <a:xfrm>
              <a:off x="3515080" y="2958253"/>
              <a:ext cx="1098031" cy="543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000CF3F-C061-42FB-816C-8EDC9C4D9145}"/>
                </a:ext>
              </a:extLst>
            </p:cNvPr>
            <p:cNvSpPr/>
            <p:nvPr/>
          </p:nvSpPr>
          <p:spPr>
            <a:xfrm>
              <a:off x="4527141" y="3104630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7A7A26C-080A-47DB-AB1D-6126A2E78DB0}"/>
                </a:ext>
              </a:extLst>
            </p:cNvPr>
            <p:cNvSpPr/>
            <p:nvPr/>
          </p:nvSpPr>
          <p:spPr>
            <a:xfrm>
              <a:off x="5711706" y="3757426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8152AF1-1538-44B1-AC0C-9F8A23EEECCA}"/>
                </a:ext>
              </a:extLst>
            </p:cNvPr>
            <p:cNvSpPr/>
            <p:nvPr/>
          </p:nvSpPr>
          <p:spPr>
            <a:xfrm>
              <a:off x="4732881" y="4272674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8CC94A85-17C3-4428-917F-67553B478D10}"/>
                </a:ext>
              </a:extLst>
            </p:cNvPr>
            <p:cNvSpPr/>
            <p:nvPr/>
          </p:nvSpPr>
          <p:spPr>
            <a:xfrm>
              <a:off x="3448347" y="4913569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06B69D3-400B-45D3-AC46-38C10B69503B}"/>
                </a:ext>
              </a:extLst>
            </p:cNvPr>
            <p:cNvSpPr/>
            <p:nvPr/>
          </p:nvSpPr>
          <p:spPr>
            <a:xfrm>
              <a:off x="4383547" y="5624643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F6F6B48-0434-47F9-990B-057493669379}"/>
                </a:ext>
              </a:extLst>
            </p:cNvPr>
            <p:cNvSpPr/>
            <p:nvPr/>
          </p:nvSpPr>
          <p:spPr>
            <a:xfrm>
              <a:off x="6063254" y="5053970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C6654E0E-DC14-45B3-A058-D5ED60BEB706}"/>
                </a:ext>
              </a:extLst>
            </p:cNvPr>
            <p:cNvSpPr/>
            <p:nvPr/>
          </p:nvSpPr>
          <p:spPr>
            <a:xfrm>
              <a:off x="7133773" y="5985831"/>
              <a:ext cx="411480" cy="283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44D9ED71-41FC-4FD0-9BCE-FCFBDF7E2D24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4938621" y="3246362"/>
              <a:ext cx="978825" cy="511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F2BCFD22-3F91-40BB-A819-E9C3CA99FAA0}"/>
                </a:ext>
              </a:extLst>
            </p:cNvPr>
            <p:cNvCxnSpPr>
              <a:cxnSpLocks/>
              <a:stCxn id="7" idx="2"/>
              <a:endCxn id="8" idx="3"/>
            </p:cNvCxnSpPr>
            <p:nvPr/>
          </p:nvCxnSpPr>
          <p:spPr>
            <a:xfrm flipH="1">
              <a:off x="5144361" y="4040890"/>
              <a:ext cx="773085" cy="3735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44CEEC84-978D-4CE0-9D8D-B8935ABA5D92}"/>
                </a:ext>
              </a:extLst>
            </p:cNvPr>
            <p:cNvCxnSpPr>
              <a:stCxn id="8" idx="1"/>
              <a:endCxn id="9" idx="3"/>
            </p:cNvCxnSpPr>
            <p:nvPr/>
          </p:nvCxnSpPr>
          <p:spPr>
            <a:xfrm flipH="1">
              <a:off x="3859827" y="4414406"/>
              <a:ext cx="873054" cy="6408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A2DC71BE-3C18-43BA-910D-74C10C6FFD44}"/>
                </a:ext>
              </a:extLst>
            </p:cNvPr>
            <p:cNvCxnSpPr>
              <a:stCxn id="9" idx="2"/>
              <a:endCxn id="10" idx="1"/>
            </p:cNvCxnSpPr>
            <p:nvPr/>
          </p:nvCxnSpPr>
          <p:spPr>
            <a:xfrm>
              <a:off x="3654087" y="5197033"/>
              <a:ext cx="729460" cy="5693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6902B8D9-EF71-4A0D-9129-5B1A6707E3A4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V="1">
              <a:off x="4795027" y="5195702"/>
              <a:ext cx="1268227" cy="5706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BBA1703D-6DA4-4974-9EF8-FE7F7AAD768E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6474734" y="5195702"/>
              <a:ext cx="659039" cy="931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222D3A63-5A05-405D-A5D5-E78EEEE4A35D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7545253" y="6127563"/>
              <a:ext cx="346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44F10888-8007-4611-B52B-D38345C0BE12}"/>
                </a:ext>
              </a:extLst>
            </p:cNvPr>
            <p:cNvSpPr txBox="1"/>
            <p:nvPr/>
          </p:nvSpPr>
          <p:spPr>
            <a:xfrm>
              <a:off x="7856564" y="5855743"/>
              <a:ext cx="1298928" cy="543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NULL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638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INSERÇÃO E REMOÇÃO:</a:t>
            </a:r>
          </a:p>
          <a:p>
            <a:pPr lvl="1"/>
            <a:r>
              <a:rPr lang="pt-BR" dirty="0"/>
              <a:t>Por não serem nós sequenciais na memória, a inserção e remoção torna-se extremamente fácil por se resumir em operações entre ponteiros.</a:t>
            </a:r>
          </a:p>
          <a:p>
            <a:r>
              <a:rPr lang="pt-BR" dirty="0"/>
              <a:t>IMAGINEM A INSERÇÃO DO DADO “7” ENTRE OS NÓS 8 E 2.</a:t>
            </a:r>
          </a:p>
          <a:p>
            <a:endParaRPr lang="pt-BR" dirty="0"/>
          </a:p>
        </p:txBody>
      </p: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BD7F9C88-47C8-4946-BFDC-B177D3847051}"/>
              </a:ext>
            </a:extLst>
          </p:cNvPr>
          <p:cNvGrpSpPr/>
          <p:nvPr/>
        </p:nvGrpSpPr>
        <p:grpSpPr>
          <a:xfrm>
            <a:off x="357749" y="3540227"/>
            <a:ext cx="3443246" cy="2700015"/>
            <a:chOff x="357749" y="3540227"/>
            <a:chExt cx="3443246" cy="2700015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44F10888-8007-4611-B52B-D38345C0BE12}"/>
                </a:ext>
              </a:extLst>
            </p:cNvPr>
            <p:cNvSpPr txBox="1"/>
            <p:nvPr/>
          </p:nvSpPr>
          <p:spPr>
            <a:xfrm>
              <a:off x="3017323" y="5534877"/>
              <a:ext cx="783672" cy="327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NULL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F1F5BD75-3CA3-4319-81B1-853519F79AC6}"/>
                </a:ext>
              </a:extLst>
            </p:cNvPr>
            <p:cNvSpPr txBox="1"/>
            <p:nvPr/>
          </p:nvSpPr>
          <p:spPr>
            <a:xfrm>
              <a:off x="884251" y="3540227"/>
              <a:ext cx="813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000CF3F-C061-42FB-816C-8EDC9C4D9145}"/>
                </a:ext>
              </a:extLst>
            </p:cNvPr>
            <p:cNvSpPr/>
            <p:nvPr/>
          </p:nvSpPr>
          <p:spPr>
            <a:xfrm>
              <a:off x="1008609" y="3875070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7A7A26C-080A-47DB-AB1D-6126A2E78DB0}"/>
                </a:ext>
              </a:extLst>
            </p:cNvPr>
            <p:cNvSpPr/>
            <p:nvPr/>
          </p:nvSpPr>
          <p:spPr>
            <a:xfrm>
              <a:off x="1723283" y="426891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8152AF1-1538-44B1-AC0C-9F8A23EEECCA}"/>
                </a:ext>
              </a:extLst>
            </p:cNvPr>
            <p:cNvSpPr/>
            <p:nvPr/>
          </p:nvSpPr>
          <p:spPr>
            <a:xfrm>
              <a:off x="1132737" y="4579777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8CC94A85-17C3-4428-917F-67553B478D10}"/>
                </a:ext>
              </a:extLst>
            </p:cNvPr>
            <p:cNvSpPr/>
            <p:nvPr/>
          </p:nvSpPr>
          <p:spPr>
            <a:xfrm>
              <a:off x="357749" y="4966443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06B69D3-400B-45D3-AC46-38C10B69503B}"/>
                </a:ext>
              </a:extLst>
            </p:cNvPr>
            <p:cNvSpPr/>
            <p:nvPr/>
          </p:nvSpPr>
          <p:spPr>
            <a:xfrm>
              <a:off x="921975" y="5395449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F6F6B48-0434-47F9-990B-057493669379}"/>
                </a:ext>
              </a:extLst>
            </p:cNvPr>
            <p:cNvSpPr/>
            <p:nvPr/>
          </p:nvSpPr>
          <p:spPr>
            <a:xfrm>
              <a:off x="1935380" y="5051150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C6654E0E-DC14-45B3-A058-D5ED60BEB706}"/>
                </a:ext>
              </a:extLst>
            </p:cNvPr>
            <p:cNvSpPr/>
            <p:nvPr/>
          </p:nvSpPr>
          <p:spPr>
            <a:xfrm>
              <a:off x="2581248" y="5613362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44D9ED71-41FC-4FD0-9BCE-FCFBDF7E2D24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1256864" y="3960580"/>
              <a:ext cx="590547" cy="308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F2BCFD22-3F91-40BB-A819-E9C3CA99FAA0}"/>
                </a:ext>
              </a:extLst>
            </p:cNvPr>
            <p:cNvCxnSpPr>
              <a:cxnSpLocks/>
              <a:stCxn id="7" idx="2"/>
              <a:endCxn id="8" idx="3"/>
            </p:cNvCxnSpPr>
            <p:nvPr/>
          </p:nvCxnSpPr>
          <p:spPr>
            <a:xfrm flipH="1">
              <a:off x="1380992" y="4439936"/>
              <a:ext cx="466419" cy="225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44CEEC84-978D-4CE0-9D8D-B8935ABA5D92}"/>
                </a:ext>
              </a:extLst>
            </p:cNvPr>
            <p:cNvCxnSpPr>
              <a:stCxn id="8" idx="1"/>
              <a:endCxn id="9" idx="3"/>
            </p:cNvCxnSpPr>
            <p:nvPr/>
          </p:nvCxnSpPr>
          <p:spPr>
            <a:xfrm flipH="1">
              <a:off x="606004" y="4665286"/>
              <a:ext cx="526732" cy="38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A2DC71BE-3C18-43BA-910D-74C10C6FFD44}"/>
                </a:ext>
              </a:extLst>
            </p:cNvPr>
            <p:cNvCxnSpPr>
              <a:stCxn id="9" idx="2"/>
              <a:endCxn id="10" idx="1"/>
            </p:cNvCxnSpPr>
            <p:nvPr/>
          </p:nvCxnSpPr>
          <p:spPr>
            <a:xfrm>
              <a:off x="481876" y="5137462"/>
              <a:ext cx="440099" cy="343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6902B8D9-EF71-4A0D-9129-5B1A6707E3A4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V="1">
              <a:off x="1170231" y="5136659"/>
              <a:ext cx="765150" cy="344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BBA1703D-6DA4-4974-9EF8-FE7F7AAD768E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2183635" y="5136659"/>
              <a:ext cx="397612" cy="562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222D3A63-5A05-405D-A5D5-E78EEEE4A35D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2829502" y="5698872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B4EC189-1C34-4EE4-AF24-754A8EDAC2FA}"/>
                </a:ext>
              </a:extLst>
            </p:cNvPr>
            <p:cNvSpPr/>
            <p:nvPr/>
          </p:nvSpPr>
          <p:spPr>
            <a:xfrm>
              <a:off x="1574042" y="5987302"/>
              <a:ext cx="248255" cy="171020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99" name="Conector de Seta Reta 98">
              <a:extLst>
                <a:ext uri="{FF2B5EF4-FFF2-40B4-BE49-F238E27FC236}">
                  <a16:creationId xmlns:a16="http://schemas.microsoft.com/office/drawing/2014/main" id="{0D367CFD-B26F-40F2-B734-0B4E6422ABAB}"/>
                </a:ext>
              </a:extLst>
            </p:cNvPr>
            <p:cNvCxnSpPr/>
            <p:nvPr/>
          </p:nvCxnSpPr>
          <p:spPr>
            <a:xfrm>
              <a:off x="1845601" y="6076247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CaixaDeTexto 99">
              <a:extLst>
                <a:ext uri="{FF2B5EF4-FFF2-40B4-BE49-F238E27FC236}">
                  <a16:creationId xmlns:a16="http://schemas.microsoft.com/office/drawing/2014/main" id="{4606CCBB-C8CD-4C6A-9BE5-35CB1B251C9C}"/>
                </a:ext>
              </a:extLst>
            </p:cNvPr>
            <p:cNvSpPr txBox="1"/>
            <p:nvPr/>
          </p:nvSpPr>
          <p:spPr>
            <a:xfrm>
              <a:off x="2033422" y="5912252"/>
              <a:ext cx="783672" cy="327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NULL</a:t>
              </a:r>
            </a:p>
          </p:txBody>
        </p:sp>
      </p:grp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F437D62E-58CF-4E2F-AE5B-EAC0BEEAFC3E}"/>
              </a:ext>
            </a:extLst>
          </p:cNvPr>
          <p:cNvSpPr txBox="1"/>
          <p:nvPr/>
        </p:nvSpPr>
        <p:spPr>
          <a:xfrm>
            <a:off x="6656046" y="5528879"/>
            <a:ext cx="783672" cy="32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155" name="Agrupar 154">
            <a:extLst>
              <a:ext uri="{FF2B5EF4-FFF2-40B4-BE49-F238E27FC236}">
                <a16:creationId xmlns:a16="http://schemas.microsoft.com/office/drawing/2014/main" id="{50FF2CC4-4BF2-47C9-9DDA-2CCB75384FA5}"/>
              </a:ext>
            </a:extLst>
          </p:cNvPr>
          <p:cNvGrpSpPr/>
          <p:nvPr/>
        </p:nvGrpSpPr>
        <p:grpSpPr>
          <a:xfrm>
            <a:off x="7670909" y="3538800"/>
            <a:ext cx="3443246" cy="2618095"/>
            <a:chOff x="7670909" y="3645966"/>
            <a:chExt cx="3443246" cy="2618095"/>
          </a:xfrm>
        </p:grpSpPr>
        <p:sp>
          <p:nvSpPr>
            <p:cNvPr id="126" name="CaixaDeTexto 125">
              <a:extLst>
                <a:ext uri="{FF2B5EF4-FFF2-40B4-BE49-F238E27FC236}">
                  <a16:creationId xmlns:a16="http://schemas.microsoft.com/office/drawing/2014/main" id="{C834224C-29A5-4ECC-93AC-B4047C344298}"/>
                </a:ext>
              </a:extLst>
            </p:cNvPr>
            <p:cNvSpPr txBox="1"/>
            <p:nvPr/>
          </p:nvSpPr>
          <p:spPr>
            <a:xfrm>
              <a:off x="8197411" y="3645966"/>
              <a:ext cx="813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id="{39812537-61D4-406B-8B98-989E9922D880}"/>
                </a:ext>
              </a:extLst>
            </p:cNvPr>
            <p:cNvSpPr/>
            <p:nvPr/>
          </p:nvSpPr>
          <p:spPr>
            <a:xfrm>
              <a:off x="8321769" y="3980809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8" name="Retângulo 127">
              <a:extLst>
                <a:ext uri="{FF2B5EF4-FFF2-40B4-BE49-F238E27FC236}">
                  <a16:creationId xmlns:a16="http://schemas.microsoft.com/office/drawing/2014/main" id="{AB77AF7C-54B1-4294-AD67-A2D4E6B0C318}"/>
                </a:ext>
              </a:extLst>
            </p:cNvPr>
            <p:cNvSpPr/>
            <p:nvPr/>
          </p:nvSpPr>
          <p:spPr>
            <a:xfrm>
              <a:off x="9036443" y="4374655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29" name="Retângulo 128">
              <a:extLst>
                <a:ext uri="{FF2B5EF4-FFF2-40B4-BE49-F238E27FC236}">
                  <a16:creationId xmlns:a16="http://schemas.microsoft.com/office/drawing/2014/main" id="{50C83A56-597E-43A6-AAE2-2496392BF4C2}"/>
                </a:ext>
              </a:extLst>
            </p:cNvPr>
            <p:cNvSpPr/>
            <p:nvPr/>
          </p:nvSpPr>
          <p:spPr>
            <a:xfrm>
              <a:off x="8445897" y="468551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id="{DC872CB6-2CD1-4366-90EF-D328FCE16966}"/>
                </a:ext>
              </a:extLst>
            </p:cNvPr>
            <p:cNvSpPr/>
            <p:nvPr/>
          </p:nvSpPr>
          <p:spPr>
            <a:xfrm>
              <a:off x="7670909" y="5072182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1" name="Retângulo 130">
              <a:extLst>
                <a:ext uri="{FF2B5EF4-FFF2-40B4-BE49-F238E27FC236}">
                  <a16:creationId xmlns:a16="http://schemas.microsoft.com/office/drawing/2014/main" id="{C57B0B49-470A-43F9-B3EF-9AFB3BD6A9D0}"/>
                </a:ext>
              </a:extLst>
            </p:cNvPr>
            <p:cNvSpPr/>
            <p:nvPr/>
          </p:nvSpPr>
          <p:spPr>
            <a:xfrm>
              <a:off x="8235135" y="5501188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32" name="Retângulo 131">
              <a:extLst>
                <a:ext uri="{FF2B5EF4-FFF2-40B4-BE49-F238E27FC236}">
                  <a16:creationId xmlns:a16="http://schemas.microsoft.com/office/drawing/2014/main" id="{3BE5DC56-9C58-4E01-8142-E65B01DCC5F7}"/>
                </a:ext>
              </a:extLst>
            </p:cNvPr>
            <p:cNvSpPr/>
            <p:nvPr/>
          </p:nvSpPr>
          <p:spPr>
            <a:xfrm>
              <a:off x="9248540" y="5156889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3" name="Retângulo 132">
              <a:extLst>
                <a:ext uri="{FF2B5EF4-FFF2-40B4-BE49-F238E27FC236}">
                  <a16:creationId xmlns:a16="http://schemas.microsoft.com/office/drawing/2014/main" id="{3C72182E-3544-404E-A682-450C0429E874}"/>
                </a:ext>
              </a:extLst>
            </p:cNvPr>
            <p:cNvSpPr/>
            <p:nvPr/>
          </p:nvSpPr>
          <p:spPr>
            <a:xfrm>
              <a:off x="9894408" y="5719101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34" name="Conector de Seta Reta 133">
              <a:extLst>
                <a:ext uri="{FF2B5EF4-FFF2-40B4-BE49-F238E27FC236}">
                  <a16:creationId xmlns:a16="http://schemas.microsoft.com/office/drawing/2014/main" id="{CF1CB9E6-60C0-4A8F-89D3-0C25731B7C7E}"/>
                </a:ext>
              </a:extLst>
            </p:cNvPr>
            <p:cNvCxnSpPr>
              <a:cxnSpLocks/>
              <a:stCxn id="127" idx="3"/>
              <a:endCxn id="128" idx="0"/>
            </p:cNvCxnSpPr>
            <p:nvPr/>
          </p:nvCxnSpPr>
          <p:spPr>
            <a:xfrm>
              <a:off x="8570024" y="4066319"/>
              <a:ext cx="590547" cy="308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ector de Seta Reta 134">
              <a:extLst>
                <a:ext uri="{FF2B5EF4-FFF2-40B4-BE49-F238E27FC236}">
                  <a16:creationId xmlns:a16="http://schemas.microsoft.com/office/drawing/2014/main" id="{89072AAA-AE23-4BF3-BAEA-A9FBC351E19D}"/>
                </a:ext>
              </a:extLst>
            </p:cNvPr>
            <p:cNvCxnSpPr>
              <a:cxnSpLocks/>
              <a:stCxn id="128" idx="2"/>
              <a:endCxn id="129" idx="3"/>
            </p:cNvCxnSpPr>
            <p:nvPr/>
          </p:nvCxnSpPr>
          <p:spPr>
            <a:xfrm flipH="1">
              <a:off x="8694152" y="4545675"/>
              <a:ext cx="466419" cy="225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ector de Seta Reta 135">
              <a:extLst>
                <a:ext uri="{FF2B5EF4-FFF2-40B4-BE49-F238E27FC236}">
                  <a16:creationId xmlns:a16="http://schemas.microsoft.com/office/drawing/2014/main" id="{265F4ECA-03AA-4AA9-BA8B-1E315ED18A9E}"/>
                </a:ext>
              </a:extLst>
            </p:cNvPr>
            <p:cNvCxnSpPr>
              <a:stCxn id="129" idx="1"/>
              <a:endCxn id="130" idx="3"/>
            </p:cNvCxnSpPr>
            <p:nvPr/>
          </p:nvCxnSpPr>
          <p:spPr>
            <a:xfrm flipH="1">
              <a:off x="7919164" y="4771025"/>
              <a:ext cx="526732" cy="38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de Seta Reta 136">
              <a:extLst>
                <a:ext uri="{FF2B5EF4-FFF2-40B4-BE49-F238E27FC236}">
                  <a16:creationId xmlns:a16="http://schemas.microsoft.com/office/drawing/2014/main" id="{986F9AB3-A40C-4B9A-9556-59A576D47FD0}"/>
                </a:ext>
              </a:extLst>
            </p:cNvPr>
            <p:cNvCxnSpPr>
              <a:stCxn id="130" idx="2"/>
              <a:endCxn id="131" idx="1"/>
            </p:cNvCxnSpPr>
            <p:nvPr/>
          </p:nvCxnSpPr>
          <p:spPr>
            <a:xfrm>
              <a:off x="7795036" y="5243201"/>
              <a:ext cx="440099" cy="343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de Seta Reta 138">
              <a:extLst>
                <a:ext uri="{FF2B5EF4-FFF2-40B4-BE49-F238E27FC236}">
                  <a16:creationId xmlns:a16="http://schemas.microsoft.com/office/drawing/2014/main" id="{BD4FC21E-5372-442C-82DE-E6AEAEDC28F0}"/>
                </a:ext>
              </a:extLst>
            </p:cNvPr>
            <p:cNvCxnSpPr>
              <a:stCxn id="132" idx="3"/>
              <a:endCxn id="133" idx="1"/>
            </p:cNvCxnSpPr>
            <p:nvPr/>
          </p:nvCxnSpPr>
          <p:spPr>
            <a:xfrm>
              <a:off x="9496795" y="5242398"/>
              <a:ext cx="397612" cy="562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de Seta Reta 139">
              <a:extLst>
                <a:ext uri="{FF2B5EF4-FFF2-40B4-BE49-F238E27FC236}">
                  <a16:creationId xmlns:a16="http://schemas.microsoft.com/office/drawing/2014/main" id="{A4627E17-324C-4A7B-9BD8-B44A4AC40844}"/>
                </a:ext>
              </a:extLst>
            </p:cNvPr>
            <p:cNvCxnSpPr>
              <a:stCxn id="133" idx="3"/>
            </p:cNvCxnSpPr>
            <p:nvPr/>
          </p:nvCxnSpPr>
          <p:spPr>
            <a:xfrm>
              <a:off x="10142662" y="5804611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1DC461C4-3863-4CCF-8349-EB3370C4BDED}"/>
                </a:ext>
              </a:extLst>
            </p:cNvPr>
            <p:cNvSpPr txBox="1"/>
            <p:nvPr/>
          </p:nvSpPr>
          <p:spPr>
            <a:xfrm>
              <a:off x="10330483" y="5640616"/>
              <a:ext cx="783672" cy="327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NULL</a:t>
              </a:r>
            </a:p>
          </p:txBody>
        </p:sp>
        <p:sp>
          <p:nvSpPr>
            <p:cNvPr id="142" name="Retângulo 141">
              <a:extLst>
                <a:ext uri="{FF2B5EF4-FFF2-40B4-BE49-F238E27FC236}">
                  <a16:creationId xmlns:a16="http://schemas.microsoft.com/office/drawing/2014/main" id="{2C64A4F5-18F4-449D-8DC5-AD8E5260BC4C}"/>
                </a:ext>
              </a:extLst>
            </p:cNvPr>
            <p:cNvSpPr/>
            <p:nvPr/>
          </p:nvSpPr>
          <p:spPr>
            <a:xfrm>
              <a:off x="8887202" y="6093041"/>
              <a:ext cx="248255" cy="171020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43" name="Conector de Seta Reta 142">
              <a:extLst>
                <a:ext uri="{FF2B5EF4-FFF2-40B4-BE49-F238E27FC236}">
                  <a16:creationId xmlns:a16="http://schemas.microsoft.com/office/drawing/2014/main" id="{661F6274-FC44-48CE-88F6-E45BFE771C74}"/>
                </a:ext>
              </a:extLst>
            </p:cNvPr>
            <p:cNvCxnSpPr>
              <a:cxnSpLocks/>
              <a:stCxn id="142" idx="3"/>
              <a:endCxn id="132" idx="2"/>
            </p:cNvCxnSpPr>
            <p:nvPr/>
          </p:nvCxnSpPr>
          <p:spPr>
            <a:xfrm flipV="1">
              <a:off x="9135457" y="5327909"/>
              <a:ext cx="237211" cy="850642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ector de Seta Reta 145">
              <a:extLst>
                <a:ext uri="{FF2B5EF4-FFF2-40B4-BE49-F238E27FC236}">
                  <a16:creationId xmlns:a16="http://schemas.microsoft.com/office/drawing/2014/main" id="{C3DF904A-542D-4099-B946-795B68CC16D1}"/>
                </a:ext>
              </a:extLst>
            </p:cNvPr>
            <p:cNvCxnSpPr>
              <a:cxnSpLocks/>
              <a:stCxn id="131" idx="2"/>
              <a:endCxn id="142" idx="1"/>
            </p:cNvCxnSpPr>
            <p:nvPr/>
          </p:nvCxnSpPr>
          <p:spPr>
            <a:xfrm>
              <a:off x="8359263" y="5672208"/>
              <a:ext cx="527939" cy="5063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BDB872C7-465B-4405-AC46-6A87AE7EDC39}"/>
              </a:ext>
            </a:extLst>
          </p:cNvPr>
          <p:cNvGrpSpPr/>
          <p:nvPr/>
        </p:nvGrpSpPr>
        <p:grpSpPr>
          <a:xfrm>
            <a:off x="3996472" y="3538800"/>
            <a:ext cx="2680513" cy="2700015"/>
            <a:chOff x="3996472" y="3567070"/>
            <a:chExt cx="2680513" cy="2700015"/>
          </a:xfrm>
        </p:grpSpPr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EB9EC571-1EA4-4850-A9F4-13ADFC765CB5}"/>
                </a:ext>
              </a:extLst>
            </p:cNvPr>
            <p:cNvSpPr txBox="1"/>
            <p:nvPr/>
          </p:nvSpPr>
          <p:spPr>
            <a:xfrm>
              <a:off x="4522974" y="3567070"/>
              <a:ext cx="813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108" name="Retângulo 107">
              <a:extLst>
                <a:ext uri="{FF2B5EF4-FFF2-40B4-BE49-F238E27FC236}">
                  <a16:creationId xmlns:a16="http://schemas.microsoft.com/office/drawing/2014/main" id="{88221A21-2E8B-4A83-8A80-565B5C6D61CB}"/>
                </a:ext>
              </a:extLst>
            </p:cNvPr>
            <p:cNvSpPr/>
            <p:nvPr/>
          </p:nvSpPr>
          <p:spPr>
            <a:xfrm>
              <a:off x="4647332" y="3901913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9" name="Retângulo 108">
              <a:extLst>
                <a:ext uri="{FF2B5EF4-FFF2-40B4-BE49-F238E27FC236}">
                  <a16:creationId xmlns:a16="http://schemas.microsoft.com/office/drawing/2014/main" id="{563D4FB5-613D-4679-9C32-AA008605644E}"/>
                </a:ext>
              </a:extLst>
            </p:cNvPr>
            <p:cNvSpPr/>
            <p:nvPr/>
          </p:nvSpPr>
          <p:spPr>
            <a:xfrm>
              <a:off x="5362006" y="4295759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0" name="Retângulo 109">
              <a:extLst>
                <a:ext uri="{FF2B5EF4-FFF2-40B4-BE49-F238E27FC236}">
                  <a16:creationId xmlns:a16="http://schemas.microsoft.com/office/drawing/2014/main" id="{85C9079D-5A54-48C3-BCB1-20D5ECA77EA6}"/>
                </a:ext>
              </a:extLst>
            </p:cNvPr>
            <p:cNvSpPr/>
            <p:nvPr/>
          </p:nvSpPr>
          <p:spPr>
            <a:xfrm>
              <a:off x="4771460" y="4606620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1" name="Retângulo 110">
              <a:extLst>
                <a:ext uri="{FF2B5EF4-FFF2-40B4-BE49-F238E27FC236}">
                  <a16:creationId xmlns:a16="http://schemas.microsoft.com/office/drawing/2014/main" id="{719A4D36-F573-4F5D-BA6A-1791FAADB363}"/>
                </a:ext>
              </a:extLst>
            </p:cNvPr>
            <p:cNvSpPr/>
            <p:nvPr/>
          </p:nvSpPr>
          <p:spPr>
            <a:xfrm>
              <a:off x="3996472" y="499328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2" name="Retângulo 111">
              <a:extLst>
                <a:ext uri="{FF2B5EF4-FFF2-40B4-BE49-F238E27FC236}">
                  <a16:creationId xmlns:a16="http://schemas.microsoft.com/office/drawing/2014/main" id="{6241BF77-F291-46D6-9A3B-0F5C039892A9}"/>
                </a:ext>
              </a:extLst>
            </p:cNvPr>
            <p:cNvSpPr/>
            <p:nvPr/>
          </p:nvSpPr>
          <p:spPr>
            <a:xfrm>
              <a:off x="4560698" y="5422292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id="{7F6C14BF-4F21-4A21-BFB9-7D00AE07C87E}"/>
                </a:ext>
              </a:extLst>
            </p:cNvPr>
            <p:cNvSpPr/>
            <p:nvPr/>
          </p:nvSpPr>
          <p:spPr>
            <a:xfrm>
              <a:off x="5574103" y="5077993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Retângulo 113">
              <a:extLst>
                <a:ext uri="{FF2B5EF4-FFF2-40B4-BE49-F238E27FC236}">
                  <a16:creationId xmlns:a16="http://schemas.microsoft.com/office/drawing/2014/main" id="{7ACB369C-8B1C-44A6-9993-B83ABE624181}"/>
                </a:ext>
              </a:extLst>
            </p:cNvPr>
            <p:cNvSpPr/>
            <p:nvPr/>
          </p:nvSpPr>
          <p:spPr>
            <a:xfrm>
              <a:off x="6219971" y="5640205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15" name="Conector de Seta Reta 114">
              <a:extLst>
                <a:ext uri="{FF2B5EF4-FFF2-40B4-BE49-F238E27FC236}">
                  <a16:creationId xmlns:a16="http://schemas.microsoft.com/office/drawing/2014/main" id="{ACB1009E-3EFE-40CD-BDDA-08F8AFD18AAD}"/>
                </a:ext>
              </a:extLst>
            </p:cNvPr>
            <p:cNvCxnSpPr>
              <a:cxnSpLocks/>
              <a:stCxn id="108" idx="3"/>
              <a:endCxn id="109" idx="0"/>
            </p:cNvCxnSpPr>
            <p:nvPr/>
          </p:nvCxnSpPr>
          <p:spPr>
            <a:xfrm>
              <a:off x="4895587" y="3987423"/>
              <a:ext cx="590547" cy="308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de Seta Reta 115">
              <a:extLst>
                <a:ext uri="{FF2B5EF4-FFF2-40B4-BE49-F238E27FC236}">
                  <a16:creationId xmlns:a16="http://schemas.microsoft.com/office/drawing/2014/main" id="{4FA0D59C-A6CA-4542-8D75-2FA3FDE16389}"/>
                </a:ext>
              </a:extLst>
            </p:cNvPr>
            <p:cNvCxnSpPr>
              <a:cxnSpLocks/>
              <a:stCxn id="109" idx="2"/>
              <a:endCxn id="110" idx="3"/>
            </p:cNvCxnSpPr>
            <p:nvPr/>
          </p:nvCxnSpPr>
          <p:spPr>
            <a:xfrm flipH="1">
              <a:off x="5019715" y="4466779"/>
              <a:ext cx="466419" cy="225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de Seta Reta 116">
              <a:extLst>
                <a:ext uri="{FF2B5EF4-FFF2-40B4-BE49-F238E27FC236}">
                  <a16:creationId xmlns:a16="http://schemas.microsoft.com/office/drawing/2014/main" id="{4317E031-6C14-453F-A58A-BC10D571ABF9}"/>
                </a:ext>
              </a:extLst>
            </p:cNvPr>
            <p:cNvCxnSpPr>
              <a:stCxn id="110" idx="1"/>
              <a:endCxn id="111" idx="3"/>
            </p:cNvCxnSpPr>
            <p:nvPr/>
          </p:nvCxnSpPr>
          <p:spPr>
            <a:xfrm flipH="1">
              <a:off x="4244727" y="4692129"/>
              <a:ext cx="526732" cy="38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de Seta Reta 117">
              <a:extLst>
                <a:ext uri="{FF2B5EF4-FFF2-40B4-BE49-F238E27FC236}">
                  <a16:creationId xmlns:a16="http://schemas.microsoft.com/office/drawing/2014/main" id="{61DA5632-F854-4B5A-93D1-84C5BBD46B33}"/>
                </a:ext>
              </a:extLst>
            </p:cNvPr>
            <p:cNvCxnSpPr>
              <a:stCxn id="111" idx="2"/>
              <a:endCxn id="112" idx="1"/>
            </p:cNvCxnSpPr>
            <p:nvPr/>
          </p:nvCxnSpPr>
          <p:spPr>
            <a:xfrm>
              <a:off x="4120599" y="5164305"/>
              <a:ext cx="440099" cy="343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de Seta Reta 118">
              <a:extLst>
                <a:ext uri="{FF2B5EF4-FFF2-40B4-BE49-F238E27FC236}">
                  <a16:creationId xmlns:a16="http://schemas.microsoft.com/office/drawing/2014/main" id="{BD1E98AF-F886-456C-864C-88B1E55FF116}"/>
                </a:ext>
              </a:extLst>
            </p:cNvPr>
            <p:cNvCxnSpPr>
              <a:cxnSpLocks/>
              <a:stCxn id="112" idx="2"/>
              <a:endCxn id="123" idx="1"/>
            </p:cNvCxnSpPr>
            <p:nvPr/>
          </p:nvCxnSpPr>
          <p:spPr>
            <a:xfrm>
              <a:off x="4684826" y="5593312"/>
              <a:ext cx="527939" cy="506343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de Seta Reta 119">
              <a:extLst>
                <a:ext uri="{FF2B5EF4-FFF2-40B4-BE49-F238E27FC236}">
                  <a16:creationId xmlns:a16="http://schemas.microsoft.com/office/drawing/2014/main" id="{E6382A9B-86F3-43B4-A23D-6B0615DD61C0}"/>
                </a:ext>
              </a:extLst>
            </p:cNvPr>
            <p:cNvCxnSpPr>
              <a:stCxn id="113" idx="3"/>
              <a:endCxn id="114" idx="1"/>
            </p:cNvCxnSpPr>
            <p:nvPr/>
          </p:nvCxnSpPr>
          <p:spPr>
            <a:xfrm>
              <a:off x="5822358" y="5163502"/>
              <a:ext cx="397612" cy="562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de Seta Reta 120">
              <a:extLst>
                <a:ext uri="{FF2B5EF4-FFF2-40B4-BE49-F238E27FC236}">
                  <a16:creationId xmlns:a16="http://schemas.microsoft.com/office/drawing/2014/main" id="{93B51573-F71F-4FC1-B336-E420F915D635}"/>
                </a:ext>
              </a:extLst>
            </p:cNvPr>
            <p:cNvCxnSpPr>
              <a:stCxn id="114" idx="3"/>
            </p:cNvCxnSpPr>
            <p:nvPr/>
          </p:nvCxnSpPr>
          <p:spPr>
            <a:xfrm>
              <a:off x="6468225" y="5725715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EAFF4A42-4485-4EDC-92A1-2B0621CBFED1}"/>
                </a:ext>
              </a:extLst>
            </p:cNvPr>
            <p:cNvSpPr/>
            <p:nvPr/>
          </p:nvSpPr>
          <p:spPr>
            <a:xfrm>
              <a:off x="5212765" y="6014145"/>
              <a:ext cx="248255" cy="171020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24" name="Conector de Seta Reta 123">
              <a:extLst>
                <a:ext uri="{FF2B5EF4-FFF2-40B4-BE49-F238E27FC236}">
                  <a16:creationId xmlns:a16="http://schemas.microsoft.com/office/drawing/2014/main" id="{84EC2701-C63D-4039-A3EE-DB9AD16C734D}"/>
                </a:ext>
              </a:extLst>
            </p:cNvPr>
            <p:cNvCxnSpPr/>
            <p:nvPr/>
          </p:nvCxnSpPr>
          <p:spPr>
            <a:xfrm>
              <a:off x="5484324" y="6103090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270D571C-F684-487A-BC35-0C4A96E37022}"/>
                </a:ext>
              </a:extLst>
            </p:cNvPr>
            <p:cNvSpPr txBox="1"/>
            <p:nvPr/>
          </p:nvSpPr>
          <p:spPr>
            <a:xfrm>
              <a:off x="5672145" y="5939095"/>
              <a:ext cx="783672" cy="327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NULL</a:t>
              </a:r>
            </a:p>
          </p:txBody>
        </p:sp>
      </p:grpSp>
      <p:cxnSp>
        <p:nvCxnSpPr>
          <p:cNvPr id="152" name="Conector reto 151">
            <a:extLst>
              <a:ext uri="{FF2B5EF4-FFF2-40B4-BE49-F238E27FC236}">
                <a16:creationId xmlns:a16="http://schemas.microsoft.com/office/drawing/2014/main" id="{F4266601-F2D4-4226-B9F6-EFA0A7512C91}"/>
              </a:ext>
            </a:extLst>
          </p:cNvPr>
          <p:cNvCxnSpPr/>
          <p:nvPr/>
        </p:nvCxnSpPr>
        <p:spPr>
          <a:xfrm>
            <a:off x="3767328" y="3240000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to 152">
            <a:extLst>
              <a:ext uri="{FF2B5EF4-FFF2-40B4-BE49-F238E27FC236}">
                <a16:creationId xmlns:a16="http://schemas.microsoft.com/office/drawing/2014/main" id="{15DC04E0-400B-41EB-A657-BD67D426BB7D}"/>
              </a:ext>
            </a:extLst>
          </p:cNvPr>
          <p:cNvCxnSpPr/>
          <p:nvPr/>
        </p:nvCxnSpPr>
        <p:spPr>
          <a:xfrm>
            <a:off x="7449451" y="323697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61D8191-4357-4FDA-9B91-F6EF2F228455}"/>
              </a:ext>
            </a:extLst>
          </p:cNvPr>
          <p:cNvSpPr/>
          <p:nvPr/>
        </p:nvSpPr>
        <p:spPr>
          <a:xfrm>
            <a:off x="824617" y="5250560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B2C69B3A-DC71-4CC5-A119-DB8540FA64E5}"/>
              </a:ext>
            </a:extLst>
          </p:cNvPr>
          <p:cNvSpPr/>
          <p:nvPr/>
        </p:nvSpPr>
        <p:spPr>
          <a:xfrm>
            <a:off x="1841839" y="4897790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F7D48D74-6BE5-4EA8-9A91-188F466AB0CB}"/>
              </a:ext>
            </a:extLst>
          </p:cNvPr>
          <p:cNvSpPr/>
          <p:nvPr/>
        </p:nvSpPr>
        <p:spPr>
          <a:xfrm>
            <a:off x="4474871" y="5246194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78E55011-D39C-434F-B1BB-21ED9319A4DE}"/>
              </a:ext>
            </a:extLst>
          </p:cNvPr>
          <p:cNvSpPr/>
          <p:nvPr/>
        </p:nvSpPr>
        <p:spPr>
          <a:xfrm>
            <a:off x="5492093" y="4893424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D4D9BA5B-6F21-4F6B-A26E-F396767AC700}"/>
              </a:ext>
            </a:extLst>
          </p:cNvPr>
          <p:cNvSpPr/>
          <p:nvPr/>
        </p:nvSpPr>
        <p:spPr>
          <a:xfrm>
            <a:off x="8143349" y="5250560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370A0B17-B290-4EC7-B8A6-B1BD6B50F4FF}"/>
              </a:ext>
            </a:extLst>
          </p:cNvPr>
          <p:cNvSpPr/>
          <p:nvPr/>
        </p:nvSpPr>
        <p:spPr>
          <a:xfrm>
            <a:off x="9160571" y="4897790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DEE64078-A8D6-4DFF-8C09-2133F3891A4E}"/>
              </a:ext>
            </a:extLst>
          </p:cNvPr>
          <p:cNvSpPr/>
          <p:nvPr/>
        </p:nvSpPr>
        <p:spPr>
          <a:xfrm>
            <a:off x="1480500" y="5846182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AAD75F69-88A5-4C8D-8A0A-78D60ACFFB3C}"/>
              </a:ext>
            </a:extLst>
          </p:cNvPr>
          <p:cNvSpPr/>
          <p:nvPr/>
        </p:nvSpPr>
        <p:spPr>
          <a:xfrm>
            <a:off x="5119223" y="5846181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265A96D3-DCE9-4D94-A9A1-6C7CD4036B13}"/>
              </a:ext>
            </a:extLst>
          </p:cNvPr>
          <p:cNvSpPr/>
          <p:nvPr/>
        </p:nvSpPr>
        <p:spPr>
          <a:xfrm>
            <a:off x="8801345" y="5846180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25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INSERÇÃO E REMOÇÃO:</a:t>
            </a:r>
          </a:p>
          <a:p>
            <a:pPr lvl="1"/>
            <a:r>
              <a:rPr lang="pt-BR" dirty="0"/>
              <a:t>Por não serem nós sequenciais na memória, a inserção e remoção torna-se extremamente fácil por se resumir em operações entre ponteiros.</a:t>
            </a:r>
          </a:p>
          <a:p>
            <a:r>
              <a:rPr lang="pt-BR" dirty="0"/>
              <a:t>IMAGINEM A REMOÇÃO DO DADO “3”.</a:t>
            </a:r>
          </a:p>
          <a:p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4F10888-8007-4611-B52B-D38345C0BE12}"/>
              </a:ext>
            </a:extLst>
          </p:cNvPr>
          <p:cNvSpPr txBox="1"/>
          <p:nvPr/>
        </p:nvSpPr>
        <p:spPr>
          <a:xfrm>
            <a:off x="3017323" y="5534877"/>
            <a:ext cx="783672" cy="32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5EF6E134-835F-48BC-8777-4E770D819EC3}"/>
              </a:ext>
            </a:extLst>
          </p:cNvPr>
          <p:cNvGrpSpPr/>
          <p:nvPr/>
        </p:nvGrpSpPr>
        <p:grpSpPr>
          <a:xfrm>
            <a:off x="357749" y="3540227"/>
            <a:ext cx="2680513" cy="2618095"/>
            <a:chOff x="357749" y="3540227"/>
            <a:chExt cx="2680513" cy="2618095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F1F5BD75-3CA3-4319-81B1-853519F79AC6}"/>
                </a:ext>
              </a:extLst>
            </p:cNvPr>
            <p:cNvSpPr txBox="1"/>
            <p:nvPr/>
          </p:nvSpPr>
          <p:spPr>
            <a:xfrm>
              <a:off x="884251" y="3540227"/>
              <a:ext cx="813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000CF3F-C061-42FB-816C-8EDC9C4D9145}"/>
                </a:ext>
              </a:extLst>
            </p:cNvPr>
            <p:cNvSpPr/>
            <p:nvPr/>
          </p:nvSpPr>
          <p:spPr>
            <a:xfrm>
              <a:off x="1008609" y="3875070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7A7A26C-080A-47DB-AB1D-6126A2E78DB0}"/>
                </a:ext>
              </a:extLst>
            </p:cNvPr>
            <p:cNvSpPr/>
            <p:nvPr/>
          </p:nvSpPr>
          <p:spPr>
            <a:xfrm>
              <a:off x="1723283" y="426891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8152AF1-1538-44B1-AC0C-9F8A23EEECCA}"/>
                </a:ext>
              </a:extLst>
            </p:cNvPr>
            <p:cNvSpPr/>
            <p:nvPr/>
          </p:nvSpPr>
          <p:spPr>
            <a:xfrm>
              <a:off x="1132737" y="4579777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8CC94A85-17C3-4428-917F-67553B478D10}"/>
                </a:ext>
              </a:extLst>
            </p:cNvPr>
            <p:cNvSpPr/>
            <p:nvPr/>
          </p:nvSpPr>
          <p:spPr>
            <a:xfrm>
              <a:off x="357749" y="4966443"/>
              <a:ext cx="248255" cy="17102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06B69D3-400B-45D3-AC46-38C10B69503B}"/>
                </a:ext>
              </a:extLst>
            </p:cNvPr>
            <p:cNvSpPr/>
            <p:nvPr/>
          </p:nvSpPr>
          <p:spPr>
            <a:xfrm>
              <a:off x="921975" y="5395449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F6F6B48-0434-47F9-990B-057493669379}"/>
                </a:ext>
              </a:extLst>
            </p:cNvPr>
            <p:cNvSpPr/>
            <p:nvPr/>
          </p:nvSpPr>
          <p:spPr>
            <a:xfrm>
              <a:off x="1935380" y="5051150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C6654E0E-DC14-45B3-A058-D5ED60BEB706}"/>
                </a:ext>
              </a:extLst>
            </p:cNvPr>
            <p:cNvSpPr/>
            <p:nvPr/>
          </p:nvSpPr>
          <p:spPr>
            <a:xfrm>
              <a:off x="2581248" y="5613362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44D9ED71-41FC-4FD0-9BCE-FCFBDF7E2D24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1256864" y="3960580"/>
              <a:ext cx="590547" cy="308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F2BCFD22-3F91-40BB-A819-E9C3CA99FAA0}"/>
                </a:ext>
              </a:extLst>
            </p:cNvPr>
            <p:cNvCxnSpPr>
              <a:cxnSpLocks/>
              <a:stCxn id="7" idx="2"/>
              <a:endCxn id="8" idx="3"/>
            </p:cNvCxnSpPr>
            <p:nvPr/>
          </p:nvCxnSpPr>
          <p:spPr>
            <a:xfrm flipH="1">
              <a:off x="1380992" y="4439936"/>
              <a:ext cx="466419" cy="225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44CEEC84-978D-4CE0-9D8D-B8935ABA5D92}"/>
                </a:ext>
              </a:extLst>
            </p:cNvPr>
            <p:cNvCxnSpPr>
              <a:stCxn id="8" idx="1"/>
              <a:endCxn id="9" idx="3"/>
            </p:cNvCxnSpPr>
            <p:nvPr/>
          </p:nvCxnSpPr>
          <p:spPr>
            <a:xfrm flipH="1">
              <a:off x="606004" y="4665286"/>
              <a:ext cx="526732" cy="38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A2DC71BE-3C18-43BA-910D-74C10C6FFD44}"/>
                </a:ext>
              </a:extLst>
            </p:cNvPr>
            <p:cNvCxnSpPr>
              <a:stCxn id="9" idx="2"/>
              <a:endCxn id="10" idx="1"/>
            </p:cNvCxnSpPr>
            <p:nvPr/>
          </p:nvCxnSpPr>
          <p:spPr>
            <a:xfrm>
              <a:off x="481876" y="5137462"/>
              <a:ext cx="440099" cy="343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6902B8D9-EF71-4A0D-9129-5B1A6707E3A4}"/>
                </a:ext>
              </a:extLst>
            </p:cNvPr>
            <p:cNvCxnSpPr>
              <a:cxnSpLocks/>
              <a:stCxn id="10" idx="2"/>
              <a:endCxn id="21" idx="1"/>
            </p:cNvCxnSpPr>
            <p:nvPr/>
          </p:nvCxnSpPr>
          <p:spPr>
            <a:xfrm>
              <a:off x="1046103" y="5566469"/>
              <a:ext cx="527939" cy="506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BBA1703D-6DA4-4974-9EF8-FE7F7AAD768E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2183635" y="5136659"/>
              <a:ext cx="397612" cy="562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222D3A63-5A05-405D-A5D5-E78EEEE4A35D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2829502" y="5698872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B4EC189-1C34-4EE4-AF24-754A8EDAC2FA}"/>
                </a:ext>
              </a:extLst>
            </p:cNvPr>
            <p:cNvSpPr/>
            <p:nvPr/>
          </p:nvSpPr>
          <p:spPr>
            <a:xfrm>
              <a:off x="1574042" y="5987302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99" name="Conector de Seta Reta 98">
              <a:extLst>
                <a:ext uri="{FF2B5EF4-FFF2-40B4-BE49-F238E27FC236}">
                  <a16:creationId xmlns:a16="http://schemas.microsoft.com/office/drawing/2014/main" id="{0D367CFD-B26F-40F2-B734-0B4E6422ABAB}"/>
                </a:ext>
              </a:extLst>
            </p:cNvPr>
            <p:cNvCxnSpPr>
              <a:cxnSpLocks/>
              <a:stCxn id="21" idx="3"/>
              <a:endCxn id="11" idx="2"/>
            </p:cNvCxnSpPr>
            <p:nvPr/>
          </p:nvCxnSpPr>
          <p:spPr>
            <a:xfrm flipV="1">
              <a:off x="1822297" y="5222170"/>
              <a:ext cx="237211" cy="8506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Conector reto 151">
            <a:extLst>
              <a:ext uri="{FF2B5EF4-FFF2-40B4-BE49-F238E27FC236}">
                <a16:creationId xmlns:a16="http://schemas.microsoft.com/office/drawing/2014/main" id="{F4266601-F2D4-4226-B9F6-EFA0A7512C91}"/>
              </a:ext>
            </a:extLst>
          </p:cNvPr>
          <p:cNvCxnSpPr/>
          <p:nvPr/>
        </p:nvCxnSpPr>
        <p:spPr>
          <a:xfrm>
            <a:off x="3767328" y="323697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to 152">
            <a:extLst>
              <a:ext uri="{FF2B5EF4-FFF2-40B4-BE49-F238E27FC236}">
                <a16:creationId xmlns:a16="http://schemas.microsoft.com/office/drawing/2014/main" id="{15DC04E0-400B-41EB-A657-BD67D426BB7D}"/>
              </a:ext>
            </a:extLst>
          </p:cNvPr>
          <p:cNvCxnSpPr/>
          <p:nvPr/>
        </p:nvCxnSpPr>
        <p:spPr>
          <a:xfrm>
            <a:off x="7449451" y="323697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B12259F8-24FC-4F42-991C-3EB2E7D40144}"/>
              </a:ext>
            </a:extLst>
          </p:cNvPr>
          <p:cNvSpPr txBox="1"/>
          <p:nvPr/>
        </p:nvSpPr>
        <p:spPr>
          <a:xfrm>
            <a:off x="6701079" y="5514126"/>
            <a:ext cx="783672" cy="32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4EB88C4-427C-4F53-8B3C-5447EE752CA5}"/>
              </a:ext>
            </a:extLst>
          </p:cNvPr>
          <p:cNvGrpSpPr/>
          <p:nvPr/>
        </p:nvGrpSpPr>
        <p:grpSpPr>
          <a:xfrm>
            <a:off x="3996000" y="3538800"/>
            <a:ext cx="2680513" cy="2618095"/>
            <a:chOff x="4126866" y="3582181"/>
            <a:chExt cx="2680513" cy="2618095"/>
          </a:xfrm>
        </p:grpSpPr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D6F5357D-1AB2-4F12-9B14-0A512DE24AEE}"/>
                </a:ext>
              </a:extLst>
            </p:cNvPr>
            <p:cNvSpPr txBox="1"/>
            <p:nvPr/>
          </p:nvSpPr>
          <p:spPr>
            <a:xfrm>
              <a:off x="4653368" y="3582181"/>
              <a:ext cx="813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50E7F36E-7240-44F6-8CA9-C91DDD3046E4}"/>
                </a:ext>
              </a:extLst>
            </p:cNvPr>
            <p:cNvSpPr/>
            <p:nvPr/>
          </p:nvSpPr>
          <p:spPr>
            <a:xfrm>
              <a:off x="4777726" y="3917024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" name="Retângulo 67">
              <a:extLst>
                <a:ext uri="{FF2B5EF4-FFF2-40B4-BE49-F238E27FC236}">
                  <a16:creationId xmlns:a16="http://schemas.microsoft.com/office/drawing/2014/main" id="{81D5C93F-9ADA-4DD0-866B-78865C3A844B}"/>
                </a:ext>
              </a:extLst>
            </p:cNvPr>
            <p:cNvSpPr/>
            <p:nvPr/>
          </p:nvSpPr>
          <p:spPr>
            <a:xfrm>
              <a:off x="5492400" y="4310870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9" name="Retângulo 68">
              <a:extLst>
                <a:ext uri="{FF2B5EF4-FFF2-40B4-BE49-F238E27FC236}">
                  <a16:creationId xmlns:a16="http://schemas.microsoft.com/office/drawing/2014/main" id="{7CCCC352-AE89-4B88-83CD-58BED0B2EDBE}"/>
                </a:ext>
              </a:extLst>
            </p:cNvPr>
            <p:cNvSpPr/>
            <p:nvPr/>
          </p:nvSpPr>
          <p:spPr>
            <a:xfrm>
              <a:off x="4901854" y="4621731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C498512A-6509-4580-BEE8-B78EBB62731E}"/>
                </a:ext>
              </a:extLst>
            </p:cNvPr>
            <p:cNvSpPr/>
            <p:nvPr/>
          </p:nvSpPr>
          <p:spPr>
            <a:xfrm>
              <a:off x="4126866" y="5008397"/>
              <a:ext cx="248255" cy="17102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16BFCE-200F-4898-A141-44106DCB6937}"/>
                </a:ext>
              </a:extLst>
            </p:cNvPr>
            <p:cNvSpPr/>
            <p:nvPr/>
          </p:nvSpPr>
          <p:spPr>
            <a:xfrm>
              <a:off x="4691092" y="5437403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2" name="Retângulo 71">
              <a:extLst>
                <a:ext uri="{FF2B5EF4-FFF2-40B4-BE49-F238E27FC236}">
                  <a16:creationId xmlns:a16="http://schemas.microsoft.com/office/drawing/2014/main" id="{652992FD-609A-45A9-B3B5-7D0E47E18950}"/>
                </a:ext>
              </a:extLst>
            </p:cNvPr>
            <p:cNvSpPr/>
            <p:nvPr/>
          </p:nvSpPr>
          <p:spPr>
            <a:xfrm>
              <a:off x="5704497" y="5093104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E424369F-E887-4BA8-B6A8-28E082912919}"/>
                </a:ext>
              </a:extLst>
            </p:cNvPr>
            <p:cNvSpPr/>
            <p:nvPr/>
          </p:nvSpPr>
          <p:spPr>
            <a:xfrm>
              <a:off x="6350365" y="565531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74" name="Conector de Seta Reta 73">
              <a:extLst>
                <a:ext uri="{FF2B5EF4-FFF2-40B4-BE49-F238E27FC236}">
                  <a16:creationId xmlns:a16="http://schemas.microsoft.com/office/drawing/2014/main" id="{B30977A3-2375-4ED9-A521-675656D6A349}"/>
                </a:ext>
              </a:extLst>
            </p:cNvPr>
            <p:cNvCxnSpPr>
              <a:cxnSpLocks/>
              <a:stCxn id="67" idx="3"/>
              <a:endCxn id="68" idx="0"/>
            </p:cNvCxnSpPr>
            <p:nvPr/>
          </p:nvCxnSpPr>
          <p:spPr>
            <a:xfrm>
              <a:off x="5025981" y="4002534"/>
              <a:ext cx="590547" cy="308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de Seta Reta 74">
              <a:extLst>
                <a:ext uri="{FF2B5EF4-FFF2-40B4-BE49-F238E27FC236}">
                  <a16:creationId xmlns:a16="http://schemas.microsoft.com/office/drawing/2014/main" id="{7A4349A5-6B7B-454C-9AB5-7F765DCBB88C}"/>
                </a:ext>
              </a:extLst>
            </p:cNvPr>
            <p:cNvCxnSpPr>
              <a:cxnSpLocks/>
              <a:stCxn id="68" idx="2"/>
              <a:endCxn id="69" idx="3"/>
            </p:cNvCxnSpPr>
            <p:nvPr/>
          </p:nvCxnSpPr>
          <p:spPr>
            <a:xfrm flipH="1">
              <a:off x="5150109" y="4481890"/>
              <a:ext cx="466419" cy="225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>
              <a:extLst>
                <a:ext uri="{FF2B5EF4-FFF2-40B4-BE49-F238E27FC236}">
                  <a16:creationId xmlns:a16="http://schemas.microsoft.com/office/drawing/2014/main" id="{BA54D68E-4252-4295-9A4E-F84EC0CB6FE6}"/>
                </a:ext>
              </a:extLst>
            </p:cNvPr>
            <p:cNvCxnSpPr>
              <a:cxnSpLocks/>
              <a:stCxn id="69" idx="1"/>
              <a:endCxn id="71" idx="0"/>
            </p:cNvCxnSpPr>
            <p:nvPr/>
          </p:nvCxnSpPr>
          <p:spPr>
            <a:xfrm flipH="1">
              <a:off x="4815220" y="4707241"/>
              <a:ext cx="86634" cy="730162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de Seta Reta 76">
              <a:extLst>
                <a:ext uri="{FF2B5EF4-FFF2-40B4-BE49-F238E27FC236}">
                  <a16:creationId xmlns:a16="http://schemas.microsoft.com/office/drawing/2014/main" id="{E41081CB-1A98-4EDC-8425-E09656B75445}"/>
                </a:ext>
              </a:extLst>
            </p:cNvPr>
            <p:cNvCxnSpPr>
              <a:stCxn id="70" idx="2"/>
              <a:endCxn id="71" idx="1"/>
            </p:cNvCxnSpPr>
            <p:nvPr/>
          </p:nvCxnSpPr>
          <p:spPr>
            <a:xfrm>
              <a:off x="4250993" y="5179416"/>
              <a:ext cx="440099" cy="3434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de Seta Reta 77">
              <a:extLst>
                <a:ext uri="{FF2B5EF4-FFF2-40B4-BE49-F238E27FC236}">
                  <a16:creationId xmlns:a16="http://schemas.microsoft.com/office/drawing/2014/main" id="{3ADE8839-CE22-47DB-98F2-6EDA69E2A453}"/>
                </a:ext>
              </a:extLst>
            </p:cNvPr>
            <p:cNvCxnSpPr>
              <a:cxnSpLocks/>
              <a:stCxn id="71" idx="2"/>
              <a:endCxn id="82" idx="1"/>
            </p:cNvCxnSpPr>
            <p:nvPr/>
          </p:nvCxnSpPr>
          <p:spPr>
            <a:xfrm>
              <a:off x="4815220" y="5608423"/>
              <a:ext cx="527939" cy="506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>
              <a:extLst>
                <a:ext uri="{FF2B5EF4-FFF2-40B4-BE49-F238E27FC236}">
                  <a16:creationId xmlns:a16="http://schemas.microsoft.com/office/drawing/2014/main" id="{77EB2AF5-68D7-459C-B04D-A3AD5FFD920C}"/>
                </a:ext>
              </a:extLst>
            </p:cNvPr>
            <p:cNvCxnSpPr>
              <a:stCxn id="72" idx="3"/>
              <a:endCxn id="73" idx="1"/>
            </p:cNvCxnSpPr>
            <p:nvPr/>
          </p:nvCxnSpPr>
          <p:spPr>
            <a:xfrm>
              <a:off x="5952752" y="5178613"/>
              <a:ext cx="397612" cy="562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de Seta Reta 79">
              <a:extLst>
                <a:ext uri="{FF2B5EF4-FFF2-40B4-BE49-F238E27FC236}">
                  <a16:creationId xmlns:a16="http://schemas.microsoft.com/office/drawing/2014/main" id="{2E02067F-DC48-49AC-B86E-420620C894AA}"/>
                </a:ext>
              </a:extLst>
            </p:cNvPr>
            <p:cNvCxnSpPr>
              <a:stCxn id="73" idx="3"/>
            </p:cNvCxnSpPr>
            <p:nvPr/>
          </p:nvCxnSpPr>
          <p:spPr>
            <a:xfrm>
              <a:off x="6598619" y="5740826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BD1D49C8-1CB5-46BB-B9FF-E0D33D208E50}"/>
                </a:ext>
              </a:extLst>
            </p:cNvPr>
            <p:cNvSpPr/>
            <p:nvPr/>
          </p:nvSpPr>
          <p:spPr>
            <a:xfrm>
              <a:off x="5343159" y="602925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3" name="Conector de Seta Reta 82">
              <a:extLst>
                <a:ext uri="{FF2B5EF4-FFF2-40B4-BE49-F238E27FC236}">
                  <a16:creationId xmlns:a16="http://schemas.microsoft.com/office/drawing/2014/main" id="{B4A4EBC1-2D88-4E65-A75A-F380795FC97F}"/>
                </a:ext>
              </a:extLst>
            </p:cNvPr>
            <p:cNvCxnSpPr>
              <a:cxnSpLocks/>
              <a:stCxn id="82" idx="3"/>
              <a:endCxn id="72" idx="2"/>
            </p:cNvCxnSpPr>
            <p:nvPr/>
          </p:nvCxnSpPr>
          <p:spPr>
            <a:xfrm flipV="1">
              <a:off x="5591414" y="5264124"/>
              <a:ext cx="237211" cy="8506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0E0E0CD-A9EA-4DBE-A54A-CDC8D6735E46}"/>
              </a:ext>
            </a:extLst>
          </p:cNvPr>
          <p:cNvGrpSpPr/>
          <p:nvPr/>
        </p:nvGrpSpPr>
        <p:grpSpPr>
          <a:xfrm>
            <a:off x="8194731" y="3538800"/>
            <a:ext cx="2154011" cy="2618095"/>
            <a:chOff x="8373633" y="3582181"/>
            <a:chExt cx="2154011" cy="2618095"/>
          </a:xfrm>
        </p:grpSpPr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2D12E0B0-2AA6-4A52-AF36-CC7ED86F73C2}"/>
                </a:ext>
              </a:extLst>
            </p:cNvPr>
            <p:cNvSpPr txBox="1"/>
            <p:nvPr/>
          </p:nvSpPr>
          <p:spPr>
            <a:xfrm>
              <a:off x="8373633" y="3582181"/>
              <a:ext cx="813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lista a</a:t>
              </a:r>
            </a:p>
          </p:txBody>
        </p: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9B1B78AC-72F3-4D93-8D11-CC239B40C6E3}"/>
                </a:ext>
              </a:extLst>
            </p:cNvPr>
            <p:cNvSpPr/>
            <p:nvPr/>
          </p:nvSpPr>
          <p:spPr>
            <a:xfrm>
              <a:off x="8497991" y="3917024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233CF41D-F13D-4135-B910-36B3B44E0D1B}"/>
                </a:ext>
              </a:extLst>
            </p:cNvPr>
            <p:cNvSpPr/>
            <p:nvPr/>
          </p:nvSpPr>
          <p:spPr>
            <a:xfrm>
              <a:off x="9212665" y="4310870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8" name="Retângulo 87">
              <a:extLst>
                <a:ext uri="{FF2B5EF4-FFF2-40B4-BE49-F238E27FC236}">
                  <a16:creationId xmlns:a16="http://schemas.microsoft.com/office/drawing/2014/main" id="{47CE2A76-1848-4430-9B44-11E86F1A249B}"/>
                </a:ext>
              </a:extLst>
            </p:cNvPr>
            <p:cNvSpPr/>
            <p:nvPr/>
          </p:nvSpPr>
          <p:spPr>
            <a:xfrm>
              <a:off x="8622119" y="4621731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id="{999CDC34-5737-4716-B277-B1E924A5991C}"/>
                </a:ext>
              </a:extLst>
            </p:cNvPr>
            <p:cNvSpPr/>
            <p:nvPr/>
          </p:nvSpPr>
          <p:spPr>
            <a:xfrm>
              <a:off x="8411357" y="5437403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4053B7F1-4EDC-46C2-A6A1-EE801F7C6F78}"/>
                </a:ext>
              </a:extLst>
            </p:cNvPr>
            <p:cNvSpPr/>
            <p:nvPr/>
          </p:nvSpPr>
          <p:spPr>
            <a:xfrm>
              <a:off x="9424762" y="5093104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2" name="Retângulo 91">
              <a:extLst>
                <a:ext uri="{FF2B5EF4-FFF2-40B4-BE49-F238E27FC236}">
                  <a16:creationId xmlns:a16="http://schemas.microsoft.com/office/drawing/2014/main" id="{FBA3F750-FBDD-490C-9315-D023EB324009}"/>
                </a:ext>
              </a:extLst>
            </p:cNvPr>
            <p:cNvSpPr/>
            <p:nvPr/>
          </p:nvSpPr>
          <p:spPr>
            <a:xfrm>
              <a:off x="10070630" y="565531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id="{2FAD5148-B483-471F-B599-8BF0D7EC1FF1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>
              <a:off x="8746246" y="4002534"/>
              <a:ext cx="590547" cy="308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599F2111-FBE8-4AC1-9017-1D489DBB649D}"/>
                </a:ext>
              </a:extLst>
            </p:cNvPr>
            <p:cNvCxnSpPr>
              <a:cxnSpLocks/>
              <a:stCxn id="87" idx="2"/>
              <a:endCxn id="88" idx="3"/>
            </p:cNvCxnSpPr>
            <p:nvPr/>
          </p:nvCxnSpPr>
          <p:spPr>
            <a:xfrm flipH="1">
              <a:off x="8870374" y="4481890"/>
              <a:ext cx="466419" cy="225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EFF82767-8C35-4FEE-82E2-6A7903FE85A5}"/>
                </a:ext>
              </a:extLst>
            </p:cNvPr>
            <p:cNvCxnSpPr>
              <a:cxnSpLocks/>
              <a:stCxn id="88" idx="1"/>
              <a:endCxn id="90" idx="0"/>
            </p:cNvCxnSpPr>
            <p:nvPr/>
          </p:nvCxnSpPr>
          <p:spPr>
            <a:xfrm flipH="1">
              <a:off x="8535485" y="4707241"/>
              <a:ext cx="86634" cy="730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de Seta Reta 96">
              <a:extLst>
                <a:ext uri="{FF2B5EF4-FFF2-40B4-BE49-F238E27FC236}">
                  <a16:creationId xmlns:a16="http://schemas.microsoft.com/office/drawing/2014/main" id="{CD8FF7C3-76F4-4C78-8976-104738C90B09}"/>
                </a:ext>
              </a:extLst>
            </p:cNvPr>
            <p:cNvCxnSpPr>
              <a:cxnSpLocks/>
              <a:stCxn id="90" idx="2"/>
              <a:endCxn id="102" idx="1"/>
            </p:cNvCxnSpPr>
            <p:nvPr/>
          </p:nvCxnSpPr>
          <p:spPr>
            <a:xfrm>
              <a:off x="8535485" y="5608423"/>
              <a:ext cx="527939" cy="506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de Seta Reta 97">
              <a:extLst>
                <a:ext uri="{FF2B5EF4-FFF2-40B4-BE49-F238E27FC236}">
                  <a16:creationId xmlns:a16="http://schemas.microsoft.com/office/drawing/2014/main" id="{9303377F-0479-4913-8462-2C4C14F2D615}"/>
                </a:ext>
              </a:extLst>
            </p:cNvPr>
            <p:cNvCxnSpPr>
              <a:stCxn id="91" idx="3"/>
              <a:endCxn id="92" idx="1"/>
            </p:cNvCxnSpPr>
            <p:nvPr/>
          </p:nvCxnSpPr>
          <p:spPr>
            <a:xfrm>
              <a:off x="9673017" y="5178613"/>
              <a:ext cx="397612" cy="562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id="{9D03C7DB-2E8C-4BCA-A595-4B3C4AB90ACF}"/>
                </a:ext>
              </a:extLst>
            </p:cNvPr>
            <p:cNvCxnSpPr>
              <a:stCxn id="92" idx="3"/>
            </p:cNvCxnSpPr>
            <p:nvPr/>
          </p:nvCxnSpPr>
          <p:spPr>
            <a:xfrm>
              <a:off x="10318884" y="5740826"/>
              <a:ext cx="208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tângulo 101">
              <a:extLst>
                <a:ext uri="{FF2B5EF4-FFF2-40B4-BE49-F238E27FC236}">
                  <a16:creationId xmlns:a16="http://schemas.microsoft.com/office/drawing/2014/main" id="{DD3B54AA-A0C3-489D-A178-E8D4FF6EDB18}"/>
                </a:ext>
              </a:extLst>
            </p:cNvPr>
            <p:cNvSpPr/>
            <p:nvPr/>
          </p:nvSpPr>
          <p:spPr>
            <a:xfrm>
              <a:off x="9063424" y="6029256"/>
              <a:ext cx="248255" cy="1710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03" name="Conector de Seta Reta 102">
              <a:extLst>
                <a:ext uri="{FF2B5EF4-FFF2-40B4-BE49-F238E27FC236}">
                  <a16:creationId xmlns:a16="http://schemas.microsoft.com/office/drawing/2014/main" id="{BBB6A2B5-6CB0-434C-ADE8-9F64F57CD9C8}"/>
                </a:ext>
              </a:extLst>
            </p:cNvPr>
            <p:cNvCxnSpPr>
              <a:cxnSpLocks/>
              <a:stCxn id="102" idx="3"/>
              <a:endCxn id="91" idx="2"/>
            </p:cNvCxnSpPr>
            <p:nvPr/>
          </p:nvCxnSpPr>
          <p:spPr>
            <a:xfrm flipV="1">
              <a:off x="9311679" y="5264124"/>
              <a:ext cx="237211" cy="8506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BF451759-4F72-4450-84A8-EAD1522AABDB}"/>
              </a:ext>
            </a:extLst>
          </p:cNvPr>
          <p:cNvSpPr txBox="1"/>
          <p:nvPr/>
        </p:nvSpPr>
        <p:spPr>
          <a:xfrm>
            <a:off x="10321669" y="5516460"/>
            <a:ext cx="783672" cy="32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A65D20A4-5358-40D1-88D1-08BBD1F614EE}"/>
              </a:ext>
            </a:extLst>
          </p:cNvPr>
          <p:cNvSpPr/>
          <p:nvPr/>
        </p:nvSpPr>
        <p:spPr>
          <a:xfrm>
            <a:off x="278076" y="4823419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192F7914-B50E-4B6F-BF10-B5E267CB4972}"/>
              </a:ext>
            </a:extLst>
          </p:cNvPr>
          <p:cNvSpPr/>
          <p:nvPr/>
        </p:nvSpPr>
        <p:spPr>
          <a:xfrm>
            <a:off x="1038676" y="4438656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E2EB5430-15FD-4D3C-B695-37D7E91BD3BD}"/>
              </a:ext>
            </a:extLst>
          </p:cNvPr>
          <p:cNvSpPr/>
          <p:nvPr/>
        </p:nvSpPr>
        <p:spPr>
          <a:xfrm>
            <a:off x="802584" y="5233885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E124BD40-710B-4732-8EFA-665EE48CF28C}"/>
              </a:ext>
            </a:extLst>
          </p:cNvPr>
          <p:cNvSpPr/>
          <p:nvPr/>
        </p:nvSpPr>
        <p:spPr>
          <a:xfrm>
            <a:off x="3908388" y="4810277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D65D9F03-5C02-49A9-9386-61150F1A2E28}"/>
              </a:ext>
            </a:extLst>
          </p:cNvPr>
          <p:cNvSpPr/>
          <p:nvPr/>
        </p:nvSpPr>
        <p:spPr>
          <a:xfrm>
            <a:off x="4668988" y="4425514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EDC64718-50C3-44A4-8417-8CAF9853A5DC}"/>
              </a:ext>
            </a:extLst>
          </p:cNvPr>
          <p:cNvSpPr/>
          <p:nvPr/>
        </p:nvSpPr>
        <p:spPr>
          <a:xfrm>
            <a:off x="4432896" y="5220743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974C13E4-39AC-427A-B878-311566EAE609}"/>
              </a:ext>
            </a:extLst>
          </p:cNvPr>
          <p:cNvSpPr/>
          <p:nvPr/>
        </p:nvSpPr>
        <p:spPr>
          <a:xfrm>
            <a:off x="8367138" y="4438656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E90BE41E-FB2D-4BAF-A34D-5BB79E332E86}"/>
              </a:ext>
            </a:extLst>
          </p:cNvPr>
          <p:cNvSpPr/>
          <p:nvPr/>
        </p:nvSpPr>
        <p:spPr>
          <a:xfrm>
            <a:off x="8131046" y="5233885"/>
            <a:ext cx="435337" cy="45040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3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PRINCIPAIS FUNÇÕES:</a:t>
            </a:r>
          </a:p>
          <a:p>
            <a:pPr lvl="1"/>
            <a:r>
              <a:rPr lang="pt-BR" dirty="0"/>
              <a:t>Inserção de nó (front, </a:t>
            </a:r>
            <a:r>
              <a:rPr lang="pt-BR" dirty="0" err="1"/>
              <a:t>back</a:t>
            </a:r>
            <a:r>
              <a:rPr lang="pt-BR" dirty="0"/>
              <a:t>, </a:t>
            </a:r>
            <a:r>
              <a:rPr lang="pt-BR" dirty="0" err="1"/>
              <a:t>at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Remoção de nó (front, </a:t>
            </a:r>
            <a:r>
              <a:rPr lang="pt-BR" dirty="0" err="1"/>
              <a:t>back</a:t>
            </a:r>
            <a:r>
              <a:rPr lang="pt-BR" dirty="0"/>
              <a:t>, </a:t>
            </a:r>
            <a:r>
              <a:rPr lang="pt-BR" dirty="0" err="1"/>
              <a:t>at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Busca de nó por valor.</a:t>
            </a:r>
          </a:p>
          <a:p>
            <a:pPr lvl="1"/>
            <a:r>
              <a:rPr lang="pt-BR" dirty="0"/>
              <a:t>Print da lista.</a:t>
            </a:r>
          </a:p>
          <a:p>
            <a:pPr lvl="1"/>
            <a:r>
              <a:rPr lang="pt-BR" dirty="0"/>
              <a:t>Liberação da lista na memória.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5EF911-1B3A-427B-AD52-B957D98E52C8}"/>
              </a:ext>
            </a:extLst>
          </p:cNvPr>
          <p:cNvSpPr txBox="1"/>
          <p:nvPr/>
        </p:nvSpPr>
        <p:spPr>
          <a:xfrm>
            <a:off x="7692887" y="1291174"/>
            <a:ext cx="85792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" dirty="0"/>
              <a:t>#include &lt;</a:t>
            </a:r>
            <a:r>
              <a:rPr lang="pt-BR" sz="200" dirty="0" err="1"/>
              <a:t>stdio.h</a:t>
            </a:r>
            <a:r>
              <a:rPr lang="pt-BR" sz="200" dirty="0"/>
              <a:t>&gt;</a:t>
            </a:r>
          </a:p>
          <a:p>
            <a:r>
              <a:rPr lang="pt-BR" sz="200" dirty="0"/>
              <a:t>#include &lt;</a:t>
            </a:r>
            <a:r>
              <a:rPr lang="pt-BR" sz="200" dirty="0" err="1"/>
              <a:t>stdlib.h</a:t>
            </a:r>
            <a:r>
              <a:rPr lang="pt-BR" sz="200" dirty="0"/>
              <a:t>&gt;</a:t>
            </a:r>
          </a:p>
          <a:p>
            <a:endParaRPr lang="pt-BR" sz="200" dirty="0"/>
          </a:p>
          <a:p>
            <a:r>
              <a:rPr lang="pt-BR" sz="200" dirty="0"/>
              <a:t>// Node </a:t>
            </a:r>
            <a:r>
              <a:rPr lang="pt-BR" sz="200" dirty="0" err="1"/>
              <a:t>structure</a:t>
            </a:r>
            <a:endParaRPr lang="pt-BR" sz="200" dirty="0"/>
          </a:p>
          <a:p>
            <a:r>
              <a:rPr lang="pt-BR" sz="200" dirty="0" err="1"/>
              <a:t>typedef</a:t>
            </a:r>
            <a:r>
              <a:rPr lang="pt-BR" sz="200" dirty="0"/>
              <a:t> </a:t>
            </a:r>
            <a:r>
              <a:rPr lang="pt-BR" sz="200" dirty="0" err="1"/>
              <a:t>struct</a:t>
            </a:r>
            <a:r>
              <a:rPr lang="pt-BR" sz="200" dirty="0"/>
              <a:t> Node {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value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struct</a:t>
            </a:r>
            <a:r>
              <a:rPr lang="pt-BR" sz="200" dirty="0"/>
              <a:t> Node* 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} Node;</a:t>
            </a:r>
          </a:p>
          <a:p>
            <a:endParaRPr lang="pt-BR" sz="200" dirty="0"/>
          </a:p>
          <a:p>
            <a:r>
              <a:rPr lang="pt-BR" sz="200" dirty="0"/>
              <a:t>// </a:t>
            </a:r>
            <a:r>
              <a:rPr lang="pt-BR" sz="200" dirty="0" err="1"/>
              <a:t>Create</a:t>
            </a:r>
            <a:r>
              <a:rPr lang="pt-BR" sz="200" dirty="0"/>
              <a:t> a new node</a:t>
            </a:r>
          </a:p>
          <a:p>
            <a:r>
              <a:rPr lang="pt-BR" sz="200" dirty="0"/>
              <a:t>Node* </a:t>
            </a:r>
            <a:r>
              <a:rPr lang="pt-BR" sz="200" dirty="0" err="1"/>
              <a:t>create_node</a:t>
            </a:r>
            <a:r>
              <a:rPr lang="pt-BR" sz="200" dirty="0"/>
              <a:t>(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value</a:t>
            </a:r>
            <a:r>
              <a:rPr lang="pt-BR" sz="200" dirty="0"/>
              <a:t>) {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new_node</a:t>
            </a:r>
            <a:r>
              <a:rPr lang="pt-BR" sz="200" dirty="0"/>
              <a:t> = (Node*) </a:t>
            </a:r>
            <a:r>
              <a:rPr lang="pt-BR" sz="200" dirty="0" err="1"/>
              <a:t>malloc</a:t>
            </a:r>
            <a:r>
              <a:rPr lang="pt-BR" sz="200" dirty="0"/>
              <a:t>(</a:t>
            </a:r>
            <a:r>
              <a:rPr lang="pt-BR" sz="200" dirty="0" err="1"/>
              <a:t>sizeof</a:t>
            </a:r>
            <a:r>
              <a:rPr lang="pt-BR" sz="200" dirty="0"/>
              <a:t>(Node));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new_node</a:t>
            </a:r>
            <a:r>
              <a:rPr lang="pt-BR" sz="200" dirty="0"/>
              <a:t>-&gt;</a:t>
            </a:r>
            <a:r>
              <a:rPr lang="pt-BR" sz="200" dirty="0" err="1"/>
              <a:t>value</a:t>
            </a:r>
            <a:r>
              <a:rPr lang="pt-BR" sz="200" dirty="0"/>
              <a:t> = </a:t>
            </a:r>
            <a:r>
              <a:rPr lang="pt-BR" sz="200" dirty="0" err="1"/>
              <a:t>value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new_node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 NULL;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new_node</a:t>
            </a:r>
            <a:r>
              <a:rPr lang="pt-BR" sz="200" dirty="0"/>
              <a:t>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</a:t>
            </a:r>
            <a:r>
              <a:rPr lang="pt-BR" sz="200" dirty="0" err="1"/>
              <a:t>Insert</a:t>
            </a:r>
            <a:r>
              <a:rPr lang="pt-BR" sz="200" dirty="0"/>
              <a:t> </a:t>
            </a:r>
            <a:r>
              <a:rPr lang="pt-BR" sz="200" dirty="0" err="1"/>
              <a:t>at</a:t>
            </a:r>
            <a:r>
              <a:rPr lang="pt-BR" sz="200" dirty="0"/>
              <a:t> front</a:t>
            </a:r>
          </a:p>
          <a:p>
            <a:r>
              <a:rPr lang="pt-BR" sz="200" dirty="0"/>
              <a:t>Node* </a:t>
            </a:r>
            <a:r>
              <a:rPr lang="pt-BR" sz="200" dirty="0" err="1"/>
              <a:t>insert_front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, 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value</a:t>
            </a:r>
            <a:r>
              <a:rPr lang="pt-BR" sz="200" dirty="0"/>
              <a:t>) {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new_node</a:t>
            </a:r>
            <a:r>
              <a:rPr lang="pt-BR" sz="200" dirty="0"/>
              <a:t> = </a:t>
            </a:r>
            <a:r>
              <a:rPr lang="pt-BR" sz="200" dirty="0" err="1"/>
              <a:t>create_node</a:t>
            </a:r>
            <a:r>
              <a:rPr lang="pt-BR" sz="200" dirty="0"/>
              <a:t>(</a:t>
            </a:r>
            <a:r>
              <a:rPr lang="pt-BR" sz="200" dirty="0" err="1"/>
              <a:t>value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new_node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new_node</a:t>
            </a:r>
            <a:r>
              <a:rPr lang="pt-BR" sz="200" dirty="0"/>
              <a:t>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</a:t>
            </a:r>
            <a:r>
              <a:rPr lang="pt-BR" sz="200" dirty="0" err="1"/>
              <a:t>Insert</a:t>
            </a:r>
            <a:r>
              <a:rPr lang="pt-BR" sz="200" dirty="0"/>
              <a:t> </a:t>
            </a:r>
            <a:r>
              <a:rPr lang="pt-BR" sz="200" dirty="0" err="1"/>
              <a:t>at</a:t>
            </a:r>
            <a:r>
              <a:rPr lang="pt-BR" sz="200" dirty="0"/>
              <a:t> </a:t>
            </a:r>
            <a:r>
              <a:rPr lang="pt-BR" sz="200" dirty="0" err="1"/>
              <a:t>back</a:t>
            </a:r>
            <a:endParaRPr lang="pt-BR" sz="200" dirty="0"/>
          </a:p>
          <a:p>
            <a:r>
              <a:rPr lang="pt-BR" sz="200" dirty="0"/>
              <a:t>Node* </a:t>
            </a:r>
            <a:r>
              <a:rPr lang="pt-BR" sz="200" dirty="0" err="1"/>
              <a:t>insert_back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, 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value</a:t>
            </a:r>
            <a:r>
              <a:rPr lang="pt-BR" sz="200" dirty="0"/>
              <a:t>) {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new_node</a:t>
            </a:r>
            <a:r>
              <a:rPr lang="pt-BR" sz="200" dirty="0"/>
              <a:t> = </a:t>
            </a:r>
            <a:r>
              <a:rPr lang="pt-BR" sz="200" dirty="0" err="1"/>
              <a:t>create_node</a:t>
            </a:r>
            <a:r>
              <a:rPr lang="pt-BR" sz="200" dirty="0"/>
              <a:t>(</a:t>
            </a:r>
            <a:r>
              <a:rPr lang="pt-BR" sz="200" dirty="0" err="1"/>
              <a:t>value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head</a:t>
            </a:r>
            <a:r>
              <a:rPr lang="pt-BR" sz="200" dirty="0"/>
              <a:t> == NULL)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new_node</a:t>
            </a:r>
            <a:r>
              <a:rPr lang="pt-BR" sz="200" dirty="0"/>
              <a:t>;</a:t>
            </a:r>
          </a:p>
          <a:p>
            <a:endParaRPr lang="pt-BR" sz="200" dirty="0"/>
          </a:p>
          <a:p>
            <a:r>
              <a:rPr lang="pt-BR" sz="200" dirty="0"/>
              <a:t>    Node*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while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!= NULL)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 </a:t>
            </a:r>
            <a:r>
              <a:rPr lang="pt-BR" sz="200" dirty="0" err="1"/>
              <a:t>new_node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</a:t>
            </a:r>
            <a:r>
              <a:rPr lang="pt-BR" sz="200" dirty="0" err="1"/>
              <a:t>Insert</a:t>
            </a:r>
            <a:r>
              <a:rPr lang="pt-BR" sz="200" dirty="0"/>
              <a:t> </a:t>
            </a:r>
            <a:r>
              <a:rPr lang="pt-BR" sz="200" dirty="0" err="1"/>
              <a:t>at</a:t>
            </a:r>
            <a:r>
              <a:rPr lang="pt-BR" sz="200" dirty="0"/>
              <a:t> a </a:t>
            </a:r>
            <a:r>
              <a:rPr lang="pt-BR" sz="200" dirty="0" err="1"/>
              <a:t>given</a:t>
            </a:r>
            <a:r>
              <a:rPr lang="pt-BR" sz="200" dirty="0"/>
              <a:t> position (0-based)</a:t>
            </a:r>
          </a:p>
          <a:p>
            <a:r>
              <a:rPr lang="pt-BR" sz="200" dirty="0"/>
              <a:t>Node* </a:t>
            </a:r>
            <a:r>
              <a:rPr lang="pt-BR" sz="200" dirty="0" err="1"/>
              <a:t>insert_at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, 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value</a:t>
            </a:r>
            <a:r>
              <a:rPr lang="pt-BR" sz="200" dirty="0"/>
              <a:t>, 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pos</a:t>
            </a:r>
            <a:r>
              <a:rPr lang="pt-BR" sz="200" dirty="0"/>
              <a:t>) {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pos</a:t>
            </a:r>
            <a:r>
              <a:rPr lang="pt-BR" sz="200" dirty="0"/>
              <a:t> &lt;= 0 || </a:t>
            </a:r>
            <a:r>
              <a:rPr lang="pt-BR" sz="200" dirty="0" err="1"/>
              <a:t>head</a:t>
            </a:r>
            <a:r>
              <a:rPr lang="pt-BR" sz="200" dirty="0"/>
              <a:t> == NULL)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insert_front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, </a:t>
            </a:r>
            <a:r>
              <a:rPr lang="pt-BR" sz="200" dirty="0" err="1"/>
              <a:t>value</a:t>
            </a:r>
            <a:r>
              <a:rPr lang="pt-BR" sz="200" dirty="0"/>
              <a:t>);</a:t>
            </a:r>
          </a:p>
          <a:p>
            <a:endParaRPr lang="pt-BR" sz="200" dirty="0"/>
          </a:p>
          <a:p>
            <a:r>
              <a:rPr lang="pt-BR" sz="200" dirty="0"/>
              <a:t>    Node*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int</a:t>
            </a:r>
            <a:r>
              <a:rPr lang="pt-BR" sz="200" dirty="0"/>
              <a:t> index = 0;</a:t>
            </a:r>
          </a:p>
          <a:p>
            <a:endParaRPr lang="pt-BR" sz="200" dirty="0"/>
          </a:p>
          <a:p>
            <a:r>
              <a:rPr lang="pt-BR" sz="200" dirty="0"/>
              <a:t>    </a:t>
            </a:r>
            <a:r>
              <a:rPr lang="pt-BR" sz="200" dirty="0" err="1"/>
              <a:t>while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!= NULL &amp;&amp; index != </a:t>
            </a:r>
            <a:r>
              <a:rPr lang="pt-BR" sz="200" dirty="0" err="1"/>
              <a:t>pos</a:t>
            </a:r>
            <a:r>
              <a:rPr lang="pt-BR" sz="200" dirty="0"/>
              <a:t> - 1) {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    index++;</a:t>
            </a:r>
          </a:p>
          <a:p>
            <a:r>
              <a:rPr lang="pt-BR" sz="200" dirty="0"/>
              <a:t>    }</a:t>
            </a:r>
          </a:p>
          <a:p>
            <a:endParaRPr lang="pt-BR" sz="200" dirty="0"/>
          </a:p>
          <a:p>
            <a:r>
              <a:rPr lang="pt-BR" sz="200" dirty="0"/>
              <a:t>    Node* </a:t>
            </a:r>
            <a:r>
              <a:rPr lang="pt-BR" sz="200" dirty="0" err="1"/>
              <a:t>new_node</a:t>
            </a:r>
            <a:r>
              <a:rPr lang="pt-BR" sz="200" dirty="0"/>
              <a:t> = </a:t>
            </a:r>
            <a:r>
              <a:rPr lang="pt-BR" sz="200" dirty="0" err="1"/>
              <a:t>create_node</a:t>
            </a:r>
            <a:r>
              <a:rPr lang="pt-BR" sz="200" dirty="0"/>
              <a:t>(</a:t>
            </a:r>
            <a:r>
              <a:rPr lang="pt-BR" sz="200" dirty="0" err="1"/>
              <a:t>value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new_node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 </a:t>
            </a:r>
            <a:r>
              <a:rPr lang="pt-BR" sz="200" dirty="0" err="1"/>
              <a:t>new_node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Remove </a:t>
            </a:r>
            <a:r>
              <a:rPr lang="pt-BR" sz="200" dirty="0" err="1"/>
              <a:t>from</a:t>
            </a:r>
            <a:r>
              <a:rPr lang="pt-BR" sz="200" dirty="0"/>
              <a:t> front</a:t>
            </a:r>
          </a:p>
          <a:p>
            <a:r>
              <a:rPr lang="pt-BR" sz="200" dirty="0"/>
              <a:t>Node* </a:t>
            </a:r>
            <a:r>
              <a:rPr lang="pt-BR" sz="200" dirty="0" err="1"/>
              <a:t>remove_front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) {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head</a:t>
            </a:r>
            <a:r>
              <a:rPr lang="pt-BR" sz="200" dirty="0"/>
              <a:t> == NULL) </a:t>
            </a:r>
            <a:r>
              <a:rPr lang="pt-BR" sz="200" dirty="0" err="1"/>
              <a:t>return</a:t>
            </a:r>
            <a:r>
              <a:rPr lang="pt-BR" sz="200" dirty="0"/>
              <a:t> NULL;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temp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head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free</a:t>
            </a:r>
            <a:r>
              <a:rPr lang="pt-BR" sz="200" dirty="0"/>
              <a:t>(</a:t>
            </a:r>
            <a:r>
              <a:rPr lang="pt-BR" sz="200" dirty="0" err="1"/>
              <a:t>temp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Remove </a:t>
            </a:r>
            <a:r>
              <a:rPr lang="pt-BR" sz="200" dirty="0" err="1"/>
              <a:t>from</a:t>
            </a:r>
            <a:r>
              <a:rPr lang="pt-BR" sz="200" dirty="0"/>
              <a:t> </a:t>
            </a:r>
            <a:r>
              <a:rPr lang="pt-BR" sz="200" dirty="0" err="1"/>
              <a:t>back</a:t>
            </a:r>
            <a:endParaRPr lang="pt-BR" sz="200" dirty="0"/>
          </a:p>
          <a:p>
            <a:r>
              <a:rPr lang="pt-BR" sz="200" dirty="0"/>
              <a:t>Node* </a:t>
            </a:r>
            <a:r>
              <a:rPr lang="pt-BR" sz="200" dirty="0" err="1"/>
              <a:t>remove_back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) {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head</a:t>
            </a:r>
            <a:r>
              <a:rPr lang="pt-BR" sz="200" dirty="0"/>
              <a:t> == NULL) </a:t>
            </a:r>
            <a:r>
              <a:rPr lang="pt-BR" sz="200" dirty="0" err="1"/>
              <a:t>return</a:t>
            </a:r>
            <a:r>
              <a:rPr lang="pt-BR" sz="200" dirty="0"/>
              <a:t> NULL;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head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== NULL) {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free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);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head</a:t>
            </a:r>
            <a:r>
              <a:rPr lang="pt-BR" sz="200" dirty="0"/>
              <a:t> = NULL;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}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while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!= NULL)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free</a:t>
            </a:r>
            <a:r>
              <a:rPr lang="pt-BR" sz="200" dirty="0"/>
              <a:t>(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 NULL;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Remove </a:t>
            </a:r>
            <a:r>
              <a:rPr lang="pt-BR" sz="200" dirty="0" err="1"/>
              <a:t>at</a:t>
            </a:r>
            <a:r>
              <a:rPr lang="pt-BR" sz="200" dirty="0"/>
              <a:t> a </a:t>
            </a:r>
            <a:r>
              <a:rPr lang="pt-BR" sz="200" dirty="0" err="1"/>
              <a:t>given</a:t>
            </a:r>
            <a:r>
              <a:rPr lang="pt-BR" sz="200" dirty="0"/>
              <a:t> position</a:t>
            </a:r>
          </a:p>
          <a:p>
            <a:r>
              <a:rPr lang="pt-BR" sz="200" dirty="0"/>
              <a:t>Node* </a:t>
            </a:r>
            <a:r>
              <a:rPr lang="pt-BR" sz="200" dirty="0" err="1"/>
              <a:t>remove_at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, 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pos</a:t>
            </a:r>
            <a:r>
              <a:rPr lang="pt-BR" sz="200" dirty="0"/>
              <a:t>) {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head</a:t>
            </a:r>
            <a:r>
              <a:rPr lang="pt-BR" sz="200" dirty="0"/>
              <a:t> == NULL || </a:t>
            </a:r>
            <a:r>
              <a:rPr lang="pt-BR" sz="200" dirty="0" err="1"/>
              <a:t>pos</a:t>
            </a:r>
            <a:r>
              <a:rPr lang="pt-BR" sz="200" dirty="0"/>
              <a:t> &lt; 0)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pos</a:t>
            </a:r>
            <a:r>
              <a:rPr lang="pt-BR" sz="200" dirty="0"/>
              <a:t> == 0)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remove_front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);</a:t>
            </a:r>
          </a:p>
          <a:p>
            <a:endParaRPr lang="pt-BR" sz="200" dirty="0"/>
          </a:p>
          <a:p>
            <a:r>
              <a:rPr lang="pt-BR" sz="200" dirty="0"/>
              <a:t>    Node*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int</a:t>
            </a:r>
            <a:r>
              <a:rPr lang="pt-BR" sz="200" dirty="0"/>
              <a:t> index = 0;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while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!= NULL &amp;&amp; index &lt; </a:t>
            </a:r>
            <a:r>
              <a:rPr lang="pt-BR" sz="200" dirty="0" err="1"/>
              <a:t>pos</a:t>
            </a:r>
            <a:r>
              <a:rPr lang="pt-BR" sz="200" dirty="0"/>
              <a:t> - 1) {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    index++;</a:t>
            </a:r>
          </a:p>
          <a:p>
            <a:r>
              <a:rPr lang="pt-BR" sz="200" dirty="0"/>
              <a:t>    }</a:t>
            </a:r>
          </a:p>
          <a:p>
            <a:endParaRPr lang="pt-BR" sz="200" dirty="0"/>
          </a:p>
          <a:p>
            <a:r>
              <a:rPr lang="pt-BR" sz="200" dirty="0"/>
              <a:t>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== NULL)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remove_back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);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temp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 = </a:t>
            </a:r>
            <a:r>
              <a:rPr lang="pt-BR" sz="200" dirty="0" err="1"/>
              <a:t>temp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free</a:t>
            </a:r>
            <a:r>
              <a:rPr lang="pt-BR" sz="200" dirty="0"/>
              <a:t>(</a:t>
            </a:r>
            <a:r>
              <a:rPr lang="pt-BR" sz="200" dirty="0" err="1"/>
              <a:t>temp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</a:t>
            </a:r>
            <a:r>
              <a:rPr lang="pt-BR" sz="200" dirty="0" err="1"/>
              <a:t>Search</a:t>
            </a:r>
            <a:r>
              <a:rPr lang="pt-BR" sz="200" dirty="0"/>
              <a:t> for a </a:t>
            </a:r>
            <a:r>
              <a:rPr lang="pt-BR" sz="200" dirty="0" err="1"/>
              <a:t>value</a:t>
            </a:r>
            <a:endParaRPr lang="pt-BR" sz="200" dirty="0"/>
          </a:p>
          <a:p>
            <a:r>
              <a:rPr lang="pt-BR" sz="200" dirty="0"/>
              <a:t>Node* </a:t>
            </a:r>
            <a:r>
              <a:rPr lang="pt-BR" sz="200" dirty="0" err="1"/>
              <a:t>search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, </a:t>
            </a:r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value</a:t>
            </a:r>
            <a:r>
              <a:rPr lang="pt-BR" sz="200" dirty="0"/>
              <a:t>) {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while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 != NULL) {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if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value</a:t>
            </a:r>
            <a:r>
              <a:rPr lang="pt-BR" sz="200" dirty="0"/>
              <a:t> == </a:t>
            </a:r>
            <a:r>
              <a:rPr lang="pt-BR" sz="200" dirty="0" err="1"/>
              <a:t>value</a:t>
            </a:r>
            <a:r>
              <a:rPr lang="pt-BR" sz="200" dirty="0"/>
              <a:t>) {</a:t>
            </a:r>
          </a:p>
          <a:p>
            <a:r>
              <a:rPr lang="pt-BR" sz="200" dirty="0"/>
              <a:t>            </a:t>
            </a:r>
            <a:r>
              <a:rPr lang="pt-BR" sz="200" dirty="0" err="1"/>
              <a:t>return</a:t>
            </a:r>
            <a:r>
              <a:rPr lang="pt-BR" sz="200" dirty="0"/>
              <a:t> </a:t>
            </a:r>
            <a:r>
              <a:rPr lang="pt-BR" sz="200" dirty="0" err="1"/>
              <a:t>current</a:t>
            </a:r>
            <a:r>
              <a:rPr lang="pt-BR" sz="200" dirty="0"/>
              <a:t>;</a:t>
            </a:r>
          </a:p>
          <a:p>
            <a:r>
              <a:rPr lang="pt-BR" sz="200" dirty="0"/>
              <a:t>        }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}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NULL;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</a:t>
            </a:r>
            <a:r>
              <a:rPr lang="pt-BR" sz="200" dirty="0" err="1"/>
              <a:t>Free</a:t>
            </a:r>
            <a:r>
              <a:rPr lang="pt-BR" sz="200" dirty="0"/>
              <a:t> </a:t>
            </a:r>
            <a:r>
              <a:rPr lang="pt-BR" sz="200" dirty="0" err="1"/>
              <a:t>the</a:t>
            </a:r>
            <a:r>
              <a:rPr lang="pt-BR" sz="200" dirty="0"/>
              <a:t> </a:t>
            </a:r>
            <a:r>
              <a:rPr lang="pt-BR" sz="200" dirty="0" err="1"/>
              <a:t>list</a:t>
            </a:r>
            <a:endParaRPr lang="pt-BR" sz="200" dirty="0"/>
          </a:p>
          <a:p>
            <a:r>
              <a:rPr lang="pt-BR" sz="200" dirty="0" err="1"/>
              <a:t>void</a:t>
            </a:r>
            <a:r>
              <a:rPr lang="pt-BR" sz="200" dirty="0"/>
              <a:t> </a:t>
            </a:r>
            <a:r>
              <a:rPr lang="pt-BR" sz="200" dirty="0" err="1"/>
              <a:t>free_list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) {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while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 != NULL) {</a:t>
            </a:r>
          </a:p>
          <a:p>
            <a:r>
              <a:rPr lang="pt-BR" sz="200" dirty="0"/>
              <a:t>        Node* </a:t>
            </a:r>
            <a:r>
              <a:rPr lang="pt-BR" sz="200" dirty="0" err="1"/>
              <a:t>temp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;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free</a:t>
            </a:r>
            <a:r>
              <a:rPr lang="pt-BR" sz="200" dirty="0"/>
              <a:t>(</a:t>
            </a:r>
            <a:r>
              <a:rPr lang="pt-BR" sz="200" dirty="0" err="1"/>
              <a:t>temp</a:t>
            </a:r>
            <a:r>
              <a:rPr lang="pt-BR" sz="200" dirty="0"/>
              <a:t>);</a:t>
            </a:r>
          </a:p>
          <a:p>
            <a:r>
              <a:rPr lang="pt-BR" sz="200" dirty="0"/>
              <a:t>    }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/>
              <a:t>// Print </a:t>
            </a:r>
            <a:r>
              <a:rPr lang="pt-BR" sz="200" dirty="0" err="1"/>
              <a:t>the</a:t>
            </a:r>
            <a:r>
              <a:rPr lang="pt-BR" sz="200" dirty="0"/>
              <a:t> </a:t>
            </a:r>
            <a:r>
              <a:rPr lang="pt-BR" sz="200" dirty="0" err="1"/>
              <a:t>list</a:t>
            </a:r>
            <a:r>
              <a:rPr lang="pt-BR" sz="200" dirty="0"/>
              <a:t> (for </a:t>
            </a:r>
            <a:r>
              <a:rPr lang="pt-BR" sz="200" dirty="0" err="1"/>
              <a:t>testing</a:t>
            </a:r>
            <a:r>
              <a:rPr lang="pt-BR" sz="200" dirty="0"/>
              <a:t>)</a:t>
            </a:r>
          </a:p>
          <a:p>
            <a:r>
              <a:rPr lang="pt-BR" sz="200" dirty="0" err="1"/>
              <a:t>void</a:t>
            </a:r>
            <a:r>
              <a:rPr lang="pt-BR" sz="200" dirty="0"/>
              <a:t> </a:t>
            </a:r>
            <a:r>
              <a:rPr lang="pt-BR" sz="200" dirty="0" err="1"/>
              <a:t>print_list</a:t>
            </a:r>
            <a:r>
              <a:rPr lang="pt-BR" sz="200" dirty="0"/>
              <a:t>(Node* </a:t>
            </a:r>
            <a:r>
              <a:rPr lang="pt-BR" sz="200" dirty="0" err="1"/>
              <a:t>head</a:t>
            </a:r>
            <a:r>
              <a:rPr lang="pt-BR" sz="200" dirty="0"/>
              <a:t>) {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head</a:t>
            </a:r>
            <a:r>
              <a:rPr lang="pt-BR" sz="200" dirty="0"/>
              <a:t>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printf</a:t>
            </a:r>
            <a:r>
              <a:rPr lang="pt-BR" sz="200" dirty="0"/>
              <a:t>("</a:t>
            </a:r>
            <a:r>
              <a:rPr lang="pt-BR" sz="200" dirty="0" err="1"/>
              <a:t>List</a:t>
            </a:r>
            <a:r>
              <a:rPr lang="pt-BR" sz="200" dirty="0"/>
              <a:t>: ");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while</a:t>
            </a:r>
            <a:r>
              <a:rPr lang="pt-BR" sz="200" dirty="0"/>
              <a:t> (</a:t>
            </a:r>
            <a:r>
              <a:rPr lang="pt-BR" sz="200" dirty="0" err="1"/>
              <a:t>current</a:t>
            </a:r>
            <a:r>
              <a:rPr lang="pt-BR" sz="200" dirty="0"/>
              <a:t> != NULL) {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printf</a:t>
            </a:r>
            <a:r>
              <a:rPr lang="pt-BR" sz="200" dirty="0"/>
              <a:t>("%d -&gt; ",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value</a:t>
            </a:r>
            <a:r>
              <a:rPr lang="pt-BR" sz="200" dirty="0"/>
              <a:t>);</a:t>
            </a:r>
          </a:p>
          <a:p>
            <a:r>
              <a:rPr lang="pt-BR" sz="200" dirty="0"/>
              <a:t>        </a:t>
            </a:r>
            <a:r>
              <a:rPr lang="pt-BR" sz="200" dirty="0" err="1"/>
              <a:t>current</a:t>
            </a:r>
            <a:r>
              <a:rPr lang="pt-BR" sz="200" dirty="0"/>
              <a:t> = </a:t>
            </a:r>
            <a:r>
              <a:rPr lang="pt-BR" sz="200" dirty="0" err="1"/>
              <a:t>current</a:t>
            </a:r>
            <a:r>
              <a:rPr lang="pt-BR" sz="200" dirty="0"/>
              <a:t>-&gt;</a:t>
            </a:r>
            <a:r>
              <a:rPr lang="pt-BR" sz="200" dirty="0" err="1"/>
              <a:t>next</a:t>
            </a:r>
            <a:r>
              <a:rPr lang="pt-BR" sz="200" dirty="0"/>
              <a:t>;</a:t>
            </a:r>
          </a:p>
          <a:p>
            <a:r>
              <a:rPr lang="pt-BR" sz="200" dirty="0"/>
              <a:t>    }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printf</a:t>
            </a:r>
            <a:r>
              <a:rPr lang="pt-BR" sz="200" dirty="0"/>
              <a:t>("NULL\n");</a:t>
            </a:r>
          </a:p>
          <a:p>
            <a:r>
              <a:rPr lang="pt-BR" sz="200" dirty="0"/>
              <a:t>}</a:t>
            </a:r>
          </a:p>
          <a:p>
            <a:endParaRPr lang="pt-BR" sz="200" dirty="0"/>
          </a:p>
          <a:p>
            <a:r>
              <a:rPr lang="pt-BR" sz="200" dirty="0" err="1"/>
              <a:t>int</a:t>
            </a:r>
            <a:r>
              <a:rPr lang="pt-BR" sz="200" dirty="0"/>
              <a:t> </a:t>
            </a:r>
            <a:r>
              <a:rPr lang="pt-BR" sz="200" dirty="0" err="1"/>
              <a:t>main</a:t>
            </a:r>
            <a:r>
              <a:rPr lang="pt-BR" sz="200" dirty="0"/>
              <a:t>() {</a:t>
            </a:r>
          </a:p>
          <a:p>
            <a:r>
              <a:rPr lang="pt-BR" sz="200" dirty="0"/>
              <a:t>    Node* </a:t>
            </a:r>
            <a:r>
              <a:rPr lang="pt-BR" sz="200" dirty="0" err="1"/>
              <a:t>head</a:t>
            </a:r>
            <a:r>
              <a:rPr lang="pt-BR" sz="200" dirty="0"/>
              <a:t> = NULL;</a:t>
            </a:r>
          </a:p>
          <a:p>
            <a:endParaRPr lang="pt-BR" sz="200" dirty="0"/>
          </a:p>
          <a:p>
            <a:r>
              <a:rPr lang="pt-BR" sz="200" dirty="0"/>
              <a:t>    </a:t>
            </a:r>
            <a:r>
              <a:rPr lang="pt-BR" sz="200" dirty="0" err="1"/>
              <a:t>head</a:t>
            </a:r>
            <a:r>
              <a:rPr lang="pt-BR" sz="200" dirty="0"/>
              <a:t> = </a:t>
            </a:r>
            <a:r>
              <a:rPr lang="pt-BR" sz="200" dirty="0" err="1"/>
              <a:t>insert_back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, 10);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head</a:t>
            </a:r>
            <a:r>
              <a:rPr lang="pt-BR" sz="200" dirty="0"/>
              <a:t> = </a:t>
            </a:r>
            <a:r>
              <a:rPr lang="pt-BR" sz="200" dirty="0" err="1"/>
              <a:t>remove_back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print_list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);</a:t>
            </a:r>
          </a:p>
          <a:p>
            <a:endParaRPr lang="pt-BR" sz="200" dirty="0"/>
          </a:p>
          <a:p>
            <a:endParaRPr lang="pt-BR" sz="200" dirty="0"/>
          </a:p>
          <a:p>
            <a:r>
              <a:rPr lang="pt-BR" sz="200" dirty="0"/>
              <a:t>    </a:t>
            </a:r>
            <a:r>
              <a:rPr lang="pt-BR" sz="200" dirty="0" err="1"/>
              <a:t>free_list</a:t>
            </a:r>
            <a:r>
              <a:rPr lang="pt-BR" sz="200" dirty="0"/>
              <a:t>(</a:t>
            </a:r>
            <a:r>
              <a:rPr lang="pt-BR" sz="200" dirty="0" err="1"/>
              <a:t>head</a:t>
            </a:r>
            <a:r>
              <a:rPr lang="pt-BR" sz="200" dirty="0"/>
              <a:t>);</a:t>
            </a:r>
          </a:p>
          <a:p>
            <a:r>
              <a:rPr lang="pt-BR" sz="200" dirty="0"/>
              <a:t>    </a:t>
            </a:r>
            <a:r>
              <a:rPr lang="pt-BR" sz="200" dirty="0" err="1"/>
              <a:t>return</a:t>
            </a:r>
            <a:r>
              <a:rPr lang="pt-BR" sz="200" dirty="0"/>
              <a:t> 0;</a:t>
            </a:r>
          </a:p>
          <a:p>
            <a:r>
              <a:rPr lang="pt-BR" sz="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5308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STRUCT NODE E CRIAÇÃO DE NODES: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2C6B90-ED33-45C3-A5DF-9230B7F4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56" y="1628555"/>
            <a:ext cx="7240010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5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INSERÇÃO DE NÓ:</a:t>
            </a:r>
          </a:p>
          <a:p>
            <a:pPr lvl="1"/>
            <a:r>
              <a:rPr lang="pt-BR" dirty="0"/>
              <a:t>Front</a:t>
            </a:r>
          </a:p>
          <a:p>
            <a:pPr lvl="1"/>
            <a:r>
              <a:rPr lang="pt-BR" dirty="0"/>
              <a:t>Back</a:t>
            </a:r>
          </a:p>
          <a:p>
            <a:pPr lvl="1"/>
            <a:r>
              <a:rPr lang="pt-BR" dirty="0"/>
              <a:t>At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E3D2C8-367D-4C66-857C-C9E7A6050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61" y="251969"/>
            <a:ext cx="7230484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7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REMOÇÃO DE NÓ:</a:t>
            </a:r>
          </a:p>
          <a:p>
            <a:pPr lvl="1"/>
            <a:r>
              <a:rPr lang="pt-BR" dirty="0"/>
              <a:t>Front</a:t>
            </a:r>
          </a:p>
          <a:p>
            <a:pPr lvl="1"/>
            <a:r>
              <a:rPr lang="pt-BR" dirty="0"/>
              <a:t>Back</a:t>
            </a:r>
          </a:p>
          <a:p>
            <a:pPr lvl="1"/>
            <a:r>
              <a:rPr lang="pt-BR" dirty="0"/>
              <a:t>At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D6F1D87-94CB-4AC7-ADF4-FA4DAD2E3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661" y="0"/>
            <a:ext cx="6497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0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BUSCA, LIBERAÇÃO E PRINT: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2471C5-6BA1-4A17-8887-807AC87B5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661" y="513943"/>
            <a:ext cx="7297168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72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Exemplo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de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insert_front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418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INSERT_FRONT: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F1B579-5EF5-49B0-80D3-D094E825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5" y="1707307"/>
            <a:ext cx="3524742" cy="2191056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1868557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E1D6160-0118-4357-A051-DD2AEC5FCB94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447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INSERT_FRONT: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F1B579-5EF5-49B0-80D3-D094E825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5" y="1707307"/>
            <a:ext cx="3524742" cy="2191056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226364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E1D6160-0118-4357-A051-DD2AEC5FCB94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F987D0D-7D78-4B4B-9D28-7FB2E2E7E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5" y="5295676"/>
            <a:ext cx="4258269" cy="111458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656A604-1112-47E5-B42D-8FD5763A3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3944466"/>
            <a:ext cx="4763165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INSERT_FRONT: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F1B579-5EF5-49B0-80D3-D094E825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5" y="1707307"/>
            <a:ext cx="3524742" cy="2191056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395327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E46F21-5E96-4351-8BFA-8E4A1B3E6703}"/>
              </a:ext>
            </a:extLst>
          </p:cNvPr>
          <p:cNvSpPr/>
          <p:nvPr/>
        </p:nvSpPr>
        <p:spPr>
          <a:xfrm>
            <a:off x="6702250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363333C-DA5D-47BB-B968-B2AA8F3E3EB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17259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667BBC9-7098-4D76-9DDC-8436FFF93539}"/>
              </a:ext>
            </a:extLst>
          </p:cNvPr>
          <p:cNvSpPr txBox="1"/>
          <p:nvPr/>
        </p:nvSpPr>
        <p:spPr>
          <a:xfrm>
            <a:off x="8159479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957F2E-2AFA-44BC-8867-734BAF06870A}"/>
              </a:ext>
            </a:extLst>
          </p:cNvPr>
          <p:cNvSpPr txBox="1"/>
          <p:nvPr/>
        </p:nvSpPr>
        <p:spPr>
          <a:xfrm>
            <a:off x="7583934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593588C-56AD-4992-9759-F33BB9E89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5" y="5295676"/>
            <a:ext cx="4258269" cy="111458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F732F50-3D2C-49C1-AA84-BCB3763DD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3944466"/>
            <a:ext cx="4763165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66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INSERT_FRONT: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F1B579-5EF5-49B0-80D3-D094E825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5" y="1707307"/>
            <a:ext cx="3524742" cy="2191056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584168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E46F21-5E96-4351-8BFA-8E4A1B3E6703}"/>
              </a:ext>
            </a:extLst>
          </p:cNvPr>
          <p:cNvSpPr/>
          <p:nvPr/>
        </p:nvSpPr>
        <p:spPr>
          <a:xfrm>
            <a:off x="6702250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363333C-DA5D-47BB-B968-B2AA8F3E3EB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17259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957F2E-2AFA-44BC-8867-734BAF06870A}"/>
              </a:ext>
            </a:extLst>
          </p:cNvPr>
          <p:cNvSpPr txBox="1"/>
          <p:nvPr/>
        </p:nvSpPr>
        <p:spPr>
          <a:xfrm>
            <a:off x="7583934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D6DEC98-E4CD-4F94-9C1E-2E9696481C22}"/>
              </a:ext>
            </a:extLst>
          </p:cNvPr>
          <p:cNvSpPr/>
          <p:nvPr/>
        </p:nvSpPr>
        <p:spPr>
          <a:xfrm>
            <a:off x="822988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848B4C6-608B-4D3D-AF43-04B59714833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04489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F2B5006-248D-4A6F-B793-7F830811E5DE}"/>
              </a:ext>
            </a:extLst>
          </p:cNvPr>
          <p:cNvSpPr txBox="1"/>
          <p:nvPr/>
        </p:nvSpPr>
        <p:spPr>
          <a:xfrm>
            <a:off x="968711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A3AAA9-B296-4D76-9079-580E5301EA05}"/>
              </a:ext>
            </a:extLst>
          </p:cNvPr>
          <p:cNvSpPr txBox="1"/>
          <p:nvPr/>
        </p:nvSpPr>
        <p:spPr>
          <a:xfrm>
            <a:off x="911157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F2B58E5-DDB2-4FE0-AC39-5C839C9D8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5" y="5295676"/>
            <a:ext cx="4258269" cy="111458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3E32E39-1EB2-4086-B602-74139440E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3944466"/>
            <a:ext cx="4763165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17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C72DB256-A543-4FA0-B791-8E7271E84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96" y="4609781"/>
            <a:ext cx="4239217" cy="18004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INSERT_FRONT: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F1B579-5EF5-49B0-80D3-D094E825E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5" y="1707307"/>
            <a:ext cx="3524742" cy="2191056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763070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E46F21-5E96-4351-8BFA-8E4A1B3E6703}"/>
              </a:ext>
            </a:extLst>
          </p:cNvPr>
          <p:cNvSpPr/>
          <p:nvPr/>
        </p:nvSpPr>
        <p:spPr>
          <a:xfrm>
            <a:off x="6702250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363333C-DA5D-47BB-B968-B2AA8F3E3EB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17259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957F2E-2AFA-44BC-8867-734BAF06870A}"/>
              </a:ext>
            </a:extLst>
          </p:cNvPr>
          <p:cNvSpPr txBox="1"/>
          <p:nvPr/>
        </p:nvSpPr>
        <p:spPr>
          <a:xfrm>
            <a:off x="7583934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D6DEC98-E4CD-4F94-9C1E-2E9696481C22}"/>
              </a:ext>
            </a:extLst>
          </p:cNvPr>
          <p:cNvSpPr/>
          <p:nvPr/>
        </p:nvSpPr>
        <p:spPr>
          <a:xfrm>
            <a:off x="822988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848B4C6-608B-4D3D-AF43-04B59714833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04489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F2B5006-248D-4A6F-B793-7F830811E5DE}"/>
              </a:ext>
            </a:extLst>
          </p:cNvPr>
          <p:cNvSpPr txBox="1"/>
          <p:nvPr/>
        </p:nvSpPr>
        <p:spPr>
          <a:xfrm>
            <a:off x="968711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A3AAA9-B296-4D76-9079-580E5301EA05}"/>
              </a:ext>
            </a:extLst>
          </p:cNvPr>
          <p:cNvSpPr txBox="1"/>
          <p:nvPr/>
        </p:nvSpPr>
        <p:spPr>
          <a:xfrm>
            <a:off x="911157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12932A-4E15-491E-834D-0F88F1BCF2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4678"/>
          <a:stretch/>
        </p:blipFill>
        <p:spPr>
          <a:xfrm>
            <a:off x="5151781" y="2563701"/>
            <a:ext cx="3334215" cy="45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61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INSERT_FRONT: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F1B579-5EF5-49B0-80D3-D094E825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5" y="1707307"/>
            <a:ext cx="3524742" cy="2191056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3299780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12932A-4E15-491E-834D-0F88F1BCF2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4678"/>
          <a:stretch/>
        </p:blipFill>
        <p:spPr>
          <a:xfrm>
            <a:off x="5151781" y="2563701"/>
            <a:ext cx="3334215" cy="45425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44F951B2-0F01-486E-99D6-B6D7A2173B63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420992D-C91D-4012-A3F3-E389CE48BA45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CD3C69FE-20C2-40AE-AB9C-1E5E9E66B7E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BCCC01-CE31-4C58-8BEE-899BA8F18E91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CB90AE5-0821-4246-8A8B-5CD15DE2C2A8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41C2625-B03E-4991-A0F3-F68FAB26D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4752252"/>
            <a:ext cx="364858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56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INSERT_FRONT: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F1B579-5EF5-49B0-80D3-D094E825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5" y="1707307"/>
            <a:ext cx="3524742" cy="2191056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3478682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12932A-4E15-491E-834D-0F88F1BCF2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4940"/>
          <a:stretch/>
        </p:blipFill>
        <p:spPr>
          <a:xfrm>
            <a:off x="5151781" y="2563701"/>
            <a:ext cx="3334215" cy="10938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44F951B2-0F01-486E-99D6-B6D7A2173B63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420992D-C91D-4012-A3F3-E389CE48BA45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CD3C69FE-20C2-40AE-AB9C-1E5E9E66B7E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BCCC01-CE31-4C58-8BEE-899BA8F18E91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CB90AE5-0821-4246-8A8B-5CD15DE2C2A8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068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Exemplo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de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insert_back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5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188842E-04CC-4C2D-A186-A632BE6D9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8" y="1747063"/>
            <a:ext cx="3962953" cy="21815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INSERT_BACK: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1868557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E1D6160-0118-4357-A051-DD2AEC5FCB94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392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A9DA36AF-77D4-4D56-B829-BB17ED9E7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8" y="1747063"/>
            <a:ext cx="3962953" cy="21815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INSERT_BACK: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226364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E1D6160-0118-4357-A051-DD2AEC5FCB94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56A604-1112-47E5-B42D-8FD5763A3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508" y="3576217"/>
            <a:ext cx="4763165" cy="130510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65A3D0F-184C-4B34-974B-075FA5B5F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5016139"/>
            <a:ext cx="5420481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08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0C3C6176-27F2-4012-BBB2-70BC53B5A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8" y="1747063"/>
            <a:ext cx="3962953" cy="21815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INSERT_BACK: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395327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E46F21-5E96-4351-8BFA-8E4A1B3E6703}"/>
              </a:ext>
            </a:extLst>
          </p:cNvPr>
          <p:cNvSpPr/>
          <p:nvPr/>
        </p:nvSpPr>
        <p:spPr>
          <a:xfrm>
            <a:off x="6702250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363333C-DA5D-47BB-B968-B2AA8F3E3EB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17259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667BBC9-7098-4D76-9DDC-8436FFF93539}"/>
              </a:ext>
            </a:extLst>
          </p:cNvPr>
          <p:cNvSpPr txBox="1"/>
          <p:nvPr/>
        </p:nvSpPr>
        <p:spPr>
          <a:xfrm>
            <a:off x="8159479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957F2E-2AFA-44BC-8867-734BAF06870A}"/>
              </a:ext>
            </a:extLst>
          </p:cNvPr>
          <p:cNvSpPr txBox="1"/>
          <p:nvPr/>
        </p:nvSpPr>
        <p:spPr>
          <a:xfrm>
            <a:off x="7583934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9A623114-A1BA-4A4A-8B61-90CF6A15B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508" y="3576217"/>
            <a:ext cx="4763165" cy="130510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318EB9D-4695-4E71-8FD9-1D35BCB3E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5016139"/>
            <a:ext cx="5420481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12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3A08FD42-01D3-442D-9831-9C68F0F6B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8" y="1747063"/>
            <a:ext cx="3962953" cy="21815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INSERT_BACK: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584168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E46F21-5E96-4351-8BFA-8E4A1B3E6703}"/>
              </a:ext>
            </a:extLst>
          </p:cNvPr>
          <p:cNvSpPr/>
          <p:nvPr/>
        </p:nvSpPr>
        <p:spPr>
          <a:xfrm>
            <a:off x="6702250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363333C-DA5D-47BB-B968-B2AA8F3E3EB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17259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957F2E-2AFA-44BC-8867-734BAF06870A}"/>
              </a:ext>
            </a:extLst>
          </p:cNvPr>
          <p:cNvSpPr txBox="1"/>
          <p:nvPr/>
        </p:nvSpPr>
        <p:spPr>
          <a:xfrm>
            <a:off x="7583934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D6DEC98-E4CD-4F94-9C1E-2E9696481C22}"/>
              </a:ext>
            </a:extLst>
          </p:cNvPr>
          <p:cNvSpPr/>
          <p:nvPr/>
        </p:nvSpPr>
        <p:spPr>
          <a:xfrm>
            <a:off x="822988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848B4C6-608B-4D3D-AF43-04B59714833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04489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F2B5006-248D-4A6F-B793-7F830811E5DE}"/>
              </a:ext>
            </a:extLst>
          </p:cNvPr>
          <p:cNvSpPr txBox="1"/>
          <p:nvPr/>
        </p:nvSpPr>
        <p:spPr>
          <a:xfrm>
            <a:off x="968711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A3AAA9-B296-4D76-9079-580E5301EA05}"/>
              </a:ext>
            </a:extLst>
          </p:cNvPr>
          <p:cNvSpPr txBox="1"/>
          <p:nvPr/>
        </p:nvSpPr>
        <p:spPr>
          <a:xfrm>
            <a:off x="911157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270C7E77-8C02-4239-9881-2EB178958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508" y="3576217"/>
            <a:ext cx="4763165" cy="1305107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4CBFCE3A-8499-4C44-9E59-C147FFA0C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5016139"/>
            <a:ext cx="5420481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17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1984990E-7D8E-47FE-B9FA-664B97917A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804"/>
          <a:stretch/>
        </p:blipFill>
        <p:spPr>
          <a:xfrm>
            <a:off x="5148468" y="2566040"/>
            <a:ext cx="3534268" cy="576798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451B1F4-01C1-4450-A75A-F437E6035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18" y="1747063"/>
            <a:ext cx="3962953" cy="218152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72DB256-A543-4FA0-B791-8E7271E84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96" y="4609781"/>
            <a:ext cx="4239217" cy="18004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INSERT_BACK: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2763070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8392E4-880A-4B57-8BFE-2567628B9348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84FE08-E357-4D87-80DD-6C73D45C615A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E933965-3F62-4D40-BDCE-505EF8FD45F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A5F48E-A7CB-4DCA-9143-4F6C6E52E2F2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E46F21-5E96-4351-8BFA-8E4A1B3E6703}"/>
              </a:ext>
            </a:extLst>
          </p:cNvPr>
          <p:cNvSpPr/>
          <p:nvPr/>
        </p:nvSpPr>
        <p:spPr>
          <a:xfrm>
            <a:off x="6702250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363333C-DA5D-47BB-B968-B2AA8F3E3EB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17259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957F2E-2AFA-44BC-8867-734BAF06870A}"/>
              </a:ext>
            </a:extLst>
          </p:cNvPr>
          <p:cNvSpPr txBox="1"/>
          <p:nvPr/>
        </p:nvSpPr>
        <p:spPr>
          <a:xfrm>
            <a:off x="7583934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D6DEC98-E4CD-4F94-9C1E-2E9696481C22}"/>
              </a:ext>
            </a:extLst>
          </p:cNvPr>
          <p:cNvSpPr/>
          <p:nvPr/>
        </p:nvSpPr>
        <p:spPr>
          <a:xfrm>
            <a:off x="822988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848B4C6-608B-4D3D-AF43-04B59714833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04489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F2B5006-248D-4A6F-B793-7F830811E5DE}"/>
              </a:ext>
            </a:extLst>
          </p:cNvPr>
          <p:cNvSpPr txBox="1"/>
          <p:nvPr/>
        </p:nvSpPr>
        <p:spPr>
          <a:xfrm>
            <a:off x="968711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A3AAA9-B296-4D76-9079-580E5301EA05}"/>
              </a:ext>
            </a:extLst>
          </p:cNvPr>
          <p:cNvSpPr txBox="1"/>
          <p:nvPr/>
        </p:nvSpPr>
        <p:spPr>
          <a:xfrm>
            <a:off x="911157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576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70839C0D-B81C-4C01-BE99-C6DAEBDEB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8" y="1747063"/>
            <a:ext cx="3962953" cy="21815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INSERT_BACK: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3299780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4F951B2-0F01-486E-99D6-B6D7A2173B63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420992D-C91D-4012-A3F3-E389CE48BA45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CD3C69FE-20C2-40AE-AB9C-1E5E9E66B7E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BCCC01-CE31-4C58-8BEE-899BA8F18E91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CB90AE5-0821-4246-8A8B-5CD15DE2C2A8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41C2625-B03E-4991-A0F3-F68FAB26D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5" y="4752252"/>
            <a:ext cx="3648584" cy="164805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9AC1C60-AC23-4B1E-A452-7AA0D094C2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7804"/>
          <a:stretch/>
        </p:blipFill>
        <p:spPr>
          <a:xfrm>
            <a:off x="5148468" y="2566040"/>
            <a:ext cx="3534268" cy="57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46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BFE009A8-9C1C-4D09-8143-C36E5899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8" y="1747063"/>
            <a:ext cx="3962953" cy="21815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INSERT_BACK: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18053" y="3478682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4F951B2-0F01-486E-99D6-B6D7A2173B63}"/>
              </a:ext>
            </a:extLst>
          </p:cNvPr>
          <p:cNvSpPr/>
          <p:nvPr/>
        </p:nvSpPr>
        <p:spPr>
          <a:xfrm>
            <a:off x="5148468" y="1794012"/>
            <a:ext cx="815009" cy="4075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420992D-C91D-4012-A3F3-E389CE48BA45}"/>
              </a:ext>
            </a:extLst>
          </p:cNvPr>
          <p:cNvSpPr txBox="1"/>
          <p:nvPr/>
        </p:nvSpPr>
        <p:spPr>
          <a:xfrm>
            <a:off x="5052159" y="144455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CD3C69FE-20C2-40AE-AB9C-1E5E9E66B7E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5963477" y="1997765"/>
            <a:ext cx="7056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BCCC01-CE31-4C58-8BEE-899BA8F18E91}"/>
              </a:ext>
            </a:extLst>
          </p:cNvPr>
          <p:cNvSpPr txBox="1"/>
          <p:nvPr/>
        </p:nvSpPr>
        <p:spPr>
          <a:xfrm>
            <a:off x="6605697" y="181309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CB90AE5-0821-4246-8A8B-5CD15DE2C2A8}"/>
              </a:ext>
            </a:extLst>
          </p:cNvPr>
          <p:cNvSpPr txBox="1"/>
          <p:nvPr/>
        </p:nvSpPr>
        <p:spPr>
          <a:xfrm>
            <a:off x="6030152" y="1707307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D299E1F-5876-4784-B25B-6001FB6BE5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021"/>
          <a:stretch/>
        </p:blipFill>
        <p:spPr>
          <a:xfrm>
            <a:off x="5148468" y="2566039"/>
            <a:ext cx="3534268" cy="107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7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Exemplo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de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insert_at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77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FB14002-B814-498E-8426-32207153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8" y="1747063"/>
            <a:ext cx="3486637" cy="25530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2613991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93BC13-9BDD-48E6-9BC4-707F9ADE694D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E2C0D3B-5D1C-4309-BE18-983EE2771DE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F44B4D-0B78-42F4-BBBF-FF2C25675AF2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D5BF17-36BF-46CB-BA64-2F8BEDB93E5F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2D7A24F-AE01-4F89-86B4-2603A02E0B56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3316F23-9D9E-4510-ADA0-63D5A47AC4A8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8520820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96A38-15F1-4CE7-8EC3-E51F3F9C6013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2132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FB14002-B814-498E-8426-32207153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8" y="1747063"/>
            <a:ext cx="3486637" cy="25530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2802832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281DDF82-912C-43B6-8A17-9442C353D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332" y="3438092"/>
            <a:ext cx="6192114" cy="3105583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CEFAA3C1-A6CF-43F6-B256-D3BD394B7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58" y="5238568"/>
            <a:ext cx="4763165" cy="1305107"/>
          </a:xfrm>
          <a:prstGeom prst="rect">
            <a:avLst/>
          </a:prstGeom>
        </p:spPr>
      </p:pic>
      <p:sp>
        <p:nvSpPr>
          <p:cNvPr id="53" name="Retângulo 52">
            <a:extLst>
              <a:ext uri="{FF2B5EF4-FFF2-40B4-BE49-F238E27FC236}">
                <a16:creationId xmlns:a16="http://schemas.microsoft.com/office/drawing/2014/main" id="{6EB11980-991C-4F35-9FCB-14747D20234D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F5D7821E-620E-42BA-BD14-D61C04CB8158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495018C-9F09-4C28-80EA-466DF805FC01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5FEB0B9D-8B02-41A9-BA07-4CF281E708F0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E14100AB-12FB-4210-9FD5-1ABB1EA3152A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92F22AB8-616C-428F-B830-41BA365A60D3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A315D88-CD35-4693-BF9A-314127884CE8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4E8F324A-C6A5-4BCC-8F37-23082A71BA23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43152229-3918-4D90-A2EF-8D14DC0B5E17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D7ECAB0F-DBF7-404F-8AFD-DB37BCB4D842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FBBE13A4-991B-42D9-9846-FE0C8838706F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F14F826A-6FE5-4688-A4A9-B80B7A1A7861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9557F494-2AC5-4913-A618-790873D7642F}"/>
              </a:ext>
            </a:extLst>
          </p:cNvPr>
          <p:cNvSpPr/>
          <p:nvPr/>
        </p:nvSpPr>
        <p:spPr>
          <a:xfrm>
            <a:off x="8490798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E98C651A-A519-4433-A30B-5B4796212164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927715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98FD6BDC-A108-487F-876D-BCA1AA622574}"/>
              </a:ext>
            </a:extLst>
          </p:cNvPr>
          <p:cNvSpPr txBox="1"/>
          <p:nvPr/>
        </p:nvSpPr>
        <p:spPr>
          <a:xfrm>
            <a:off x="934148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3790433-8493-4E5B-8131-4F61CEC98AB8}"/>
              </a:ext>
            </a:extLst>
          </p:cNvPr>
          <p:cNvSpPr txBox="1"/>
          <p:nvPr/>
        </p:nvSpPr>
        <p:spPr>
          <a:xfrm>
            <a:off x="8421545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7A30A1C4-D6A5-4305-8E96-E7EAAC59CEB6}"/>
              </a:ext>
            </a:extLst>
          </p:cNvPr>
          <p:cNvSpPr txBox="1"/>
          <p:nvPr/>
        </p:nvSpPr>
        <p:spPr>
          <a:xfrm>
            <a:off x="9991813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C73BAADA-7629-4EDF-AA68-CACFAD6A1F70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3234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FB14002-B814-498E-8426-32207153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8" y="1747063"/>
            <a:ext cx="3486637" cy="25530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2981734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281DDF82-912C-43B6-8A17-9442C353D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332" y="3438092"/>
            <a:ext cx="6192114" cy="3105583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CEFAA3C1-A6CF-43F6-B256-D3BD394B7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58" y="5238568"/>
            <a:ext cx="4763165" cy="1305107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58170F04-D591-454A-B1F4-43552748F070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F17DD97-1709-4A33-8B6C-EFBC07873B35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F7D78B62-829F-4C46-B56C-1557AC1AB119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1667043-81EA-4481-B865-A962A66F2AC7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2C07FBA-9BBC-41D1-BD02-294E33D7EA2F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CF76B101-A38A-4928-975B-EF2904DE63BB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0D2572E-08E4-4C90-A23C-3E72EBC1F1F0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4887D96-A939-466E-9B02-93849B98917B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2C769967-780E-4A2B-8401-62D10BAC87D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F2BDBEA-C618-4798-9232-4517DFD3558E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2B7DC83-8AD6-48E2-9D75-28188D710BEB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CD27BE6-EEB2-44D1-B8FF-1498DCE02117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148D2DA-6F5D-43C8-8714-9562A58E788D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94174B7-A0CD-49DE-8EC8-07A8B587232A}"/>
              </a:ext>
            </a:extLst>
          </p:cNvPr>
          <p:cNvSpPr/>
          <p:nvPr/>
        </p:nvSpPr>
        <p:spPr>
          <a:xfrm>
            <a:off x="8490798" y="1927125"/>
            <a:ext cx="786360" cy="393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4A1DB088-1791-4CB1-B5BE-D42C5FE4770A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927715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3A0355B-6AE7-4F49-9BA7-9D378E881E3B}"/>
              </a:ext>
            </a:extLst>
          </p:cNvPr>
          <p:cNvSpPr txBox="1"/>
          <p:nvPr/>
        </p:nvSpPr>
        <p:spPr>
          <a:xfrm>
            <a:off x="934148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EE5C9228-DFB4-48D1-A312-2538EE12F0AA}"/>
              </a:ext>
            </a:extLst>
          </p:cNvPr>
          <p:cNvSpPr txBox="1"/>
          <p:nvPr/>
        </p:nvSpPr>
        <p:spPr>
          <a:xfrm>
            <a:off x="8421545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36D4A88-2E48-40BA-A7A9-AEF37C216616}"/>
              </a:ext>
            </a:extLst>
          </p:cNvPr>
          <p:cNvSpPr/>
          <p:nvPr/>
        </p:nvSpPr>
        <p:spPr>
          <a:xfrm>
            <a:off x="997728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23A17D4F-0A50-4C6D-B715-50CDE2B602F0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1076364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28E0B45-A365-4F9F-9FC4-A3C6FC4732CF}"/>
              </a:ext>
            </a:extLst>
          </p:cNvPr>
          <p:cNvSpPr txBox="1"/>
          <p:nvPr/>
        </p:nvSpPr>
        <p:spPr>
          <a:xfrm>
            <a:off x="11383290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AF536EA-B01C-4F68-A9BD-5AAD3BCDBC96}"/>
              </a:ext>
            </a:extLst>
          </p:cNvPr>
          <p:cNvSpPr txBox="1"/>
          <p:nvPr/>
        </p:nvSpPr>
        <p:spPr>
          <a:xfrm>
            <a:off x="10827976" y="1843468"/>
            <a:ext cx="68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65589D8-64CB-49E1-AA8F-55A063E70DEC}"/>
              </a:ext>
            </a:extLst>
          </p:cNvPr>
          <p:cNvSpPr txBox="1"/>
          <p:nvPr/>
        </p:nvSpPr>
        <p:spPr>
          <a:xfrm>
            <a:off x="9925845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3449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FB14002-B814-498E-8426-32207153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8" y="1747063"/>
            <a:ext cx="3486637" cy="25530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150697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8170F04-D591-454A-B1F4-43552748F070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F17DD97-1709-4A33-8B6C-EFBC07873B35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F7D78B62-829F-4C46-B56C-1557AC1AB119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1667043-81EA-4481-B865-A962A66F2AC7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2C07FBA-9BBC-41D1-BD02-294E33D7EA2F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CF76B101-A38A-4928-975B-EF2904DE63BB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0D2572E-08E4-4C90-A23C-3E72EBC1F1F0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4887D96-A939-466E-9B02-93849B98917B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2C769967-780E-4A2B-8401-62D10BAC87D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F2BDBEA-C618-4798-9232-4517DFD3558E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2B7DC83-8AD6-48E2-9D75-28188D710BEB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CD27BE6-EEB2-44D1-B8FF-1498DCE02117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148D2DA-6F5D-43C8-8714-9562A58E788D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94174B7-A0CD-49DE-8EC8-07A8B587232A}"/>
              </a:ext>
            </a:extLst>
          </p:cNvPr>
          <p:cNvSpPr/>
          <p:nvPr/>
        </p:nvSpPr>
        <p:spPr>
          <a:xfrm>
            <a:off x="8490798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4A1DB088-1791-4CB1-B5BE-D42C5FE4770A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927715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3A0355B-6AE7-4F49-9BA7-9D378E881E3B}"/>
              </a:ext>
            </a:extLst>
          </p:cNvPr>
          <p:cNvSpPr txBox="1"/>
          <p:nvPr/>
        </p:nvSpPr>
        <p:spPr>
          <a:xfrm>
            <a:off x="934148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EE5C9228-DFB4-48D1-A312-2538EE12F0AA}"/>
              </a:ext>
            </a:extLst>
          </p:cNvPr>
          <p:cNvSpPr txBox="1"/>
          <p:nvPr/>
        </p:nvSpPr>
        <p:spPr>
          <a:xfrm>
            <a:off x="8421545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36D4A88-2E48-40BA-A7A9-AEF37C216616}"/>
              </a:ext>
            </a:extLst>
          </p:cNvPr>
          <p:cNvSpPr/>
          <p:nvPr/>
        </p:nvSpPr>
        <p:spPr>
          <a:xfrm>
            <a:off x="997728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23A17D4F-0A50-4C6D-B715-50CDE2B602F0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1076364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28E0B45-A365-4F9F-9FC4-A3C6FC4732CF}"/>
              </a:ext>
            </a:extLst>
          </p:cNvPr>
          <p:cNvSpPr txBox="1"/>
          <p:nvPr/>
        </p:nvSpPr>
        <p:spPr>
          <a:xfrm>
            <a:off x="11383290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AF536EA-B01C-4F68-A9BD-5AAD3BCDBC96}"/>
              </a:ext>
            </a:extLst>
          </p:cNvPr>
          <p:cNvSpPr txBox="1"/>
          <p:nvPr/>
        </p:nvSpPr>
        <p:spPr>
          <a:xfrm>
            <a:off x="10827976" y="1843468"/>
            <a:ext cx="68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65589D8-64CB-49E1-AA8F-55A063E70DEC}"/>
              </a:ext>
            </a:extLst>
          </p:cNvPr>
          <p:cNvSpPr txBox="1"/>
          <p:nvPr/>
        </p:nvSpPr>
        <p:spPr>
          <a:xfrm>
            <a:off x="9925845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B3C0B1-6B02-453B-B58D-E403FCC78F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326"/>
          <a:stretch/>
        </p:blipFill>
        <p:spPr>
          <a:xfrm>
            <a:off x="5619047" y="349585"/>
            <a:ext cx="3658111" cy="617204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40664587-BAAF-45D8-9809-69ED36738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96" y="4609781"/>
            <a:ext cx="4239217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38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FB14002-B814-498E-8426-32207153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8" y="1747063"/>
            <a:ext cx="3486637" cy="25530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697349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8170F04-D591-454A-B1F4-43552748F070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F17DD97-1709-4A33-8B6C-EFBC07873B35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F7D78B62-829F-4C46-B56C-1557AC1AB119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1667043-81EA-4481-B865-A962A66F2AC7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2B7DC83-8AD6-48E2-9D75-28188D710BEB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28E0B45-A365-4F9F-9FC4-A3C6FC4732CF}"/>
              </a:ext>
            </a:extLst>
          </p:cNvPr>
          <p:cNvSpPr txBox="1"/>
          <p:nvPr/>
        </p:nvSpPr>
        <p:spPr>
          <a:xfrm>
            <a:off x="5539096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B3C0B1-6B02-453B-B58D-E403FCC78F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326"/>
          <a:stretch/>
        </p:blipFill>
        <p:spPr>
          <a:xfrm>
            <a:off x="5619047" y="349585"/>
            <a:ext cx="3658111" cy="61720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B8D8EF07-4C10-422A-BD12-AD0CB7515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4752252"/>
            <a:ext cx="364858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71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FB14002-B814-498E-8426-32207153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58" y="1747063"/>
            <a:ext cx="3486637" cy="25530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INSERT_AT: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886190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8170F04-D591-454A-B1F4-43552748F070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F17DD97-1709-4A33-8B6C-EFBC07873B35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F7D78B62-829F-4C46-B56C-1557AC1AB119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1667043-81EA-4481-B865-A962A66F2AC7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2B7DC83-8AD6-48E2-9D75-28188D710BEB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28E0B45-A365-4F9F-9FC4-A3C6FC4732CF}"/>
              </a:ext>
            </a:extLst>
          </p:cNvPr>
          <p:cNvSpPr txBox="1"/>
          <p:nvPr/>
        </p:nvSpPr>
        <p:spPr>
          <a:xfrm>
            <a:off x="5539096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B3C0B1-6B02-453B-B58D-E403FCC78F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903"/>
          <a:stretch/>
        </p:blipFill>
        <p:spPr>
          <a:xfrm>
            <a:off x="5619047" y="349584"/>
            <a:ext cx="3658111" cy="11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20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Exemplo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de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remove_front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661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BD4F6B-EA7A-4CA5-96C9-F3E782F7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1757002"/>
            <a:ext cx="3734321" cy="23815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REMOVE_FRONT: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2613991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6153452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939811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7004143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93BC13-9BDD-48E6-9BC4-707F9ADE694D}"/>
              </a:ext>
            </a:extLst>
          </p:cNvPr>
          <p:cNvSpPr/>
          <p:nvPr/>
        </p:nvSpPr>
        <p:spPr>
          <a:xfrm>
            <a:off x="7627390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E2C0D3B-5D1C-4309-BE18-983EE2771DE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8413750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F44B4D-0B78-42F4-BBBF-FF2C25675AF2}"/>
              </a:ext>
            </a:extLst>
          </p:cNvPr>
          <p:cNvSpPr txBox="1"/>
          <p:nvPr/>
        </p:nvSpPr>
        <p:spPr>
          <a:xfrm>
            <a:off x="8478081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9146985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7312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BD4F6B-EA7A-4CA5-96C9-F3E782F7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1757002"/>
            <a:ext cx="3734321" cy="23815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REMOVE_FRONT: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2802832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6153452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939811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7004143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7675996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5D0C50F-3074-45E4-BFFC-F0AF04E92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46" y="4839143"/>
            <a:ext cx="3639058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88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BD4F6B-EA7A-4CA5-96C9-F3E782F7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1757002"/>
            <a:ext cx="3734321" cy="23815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REMOVE_FRONT: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2981734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55309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5D0C50F-3074-45E4-BFFC-F0AF04E92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46" y="4839143"/>
            <a:ext cx="3639058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17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BD4F6B-EA7A-4CA5-96C9-F3E782F7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1757002"/>
            <a:ext cx="3734321" cy="23815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REMOVE_FRONT: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170575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55309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A86500-73E5-456D-997B-E8400848F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017"/>
          <a:stretch/>
        </p:blipFill>
        <p:spPr>
          <a:xfrm>
            <a:off x="5047469" y="3209402"/>
            <a:ext cx="3658111" cy="59727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8F83C38-1525-4C42-B2EF-5E33ABECA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96" y="4609781"/>
            <a:ext cx="4239217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85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BD4F6B-EA7A-4CA5-96C9-F3E782F7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1757002"/>
            <a:ext cx="3734321" cy="23815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REMOVE_FRONT: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528380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55309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A86500-73E5-456D-997B-E8400848F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017"/>
          <a:stretch/>
        </p:blipFill>
        <p:spPr>
          <a:xfrm>
            <a:off x="5047469" y="3209402"/>
            <a:ext cx="3658111" cy="59727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4B2FE0-2F06-4F75-B912-F35B7F423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5" y="4752252"/>
            <a:ext cx="364858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00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BD4F6B-EA7A-4CA5-96C9-F3E782F7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1757002"/>
            <a:ext cx="3734321" cy="23815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REMOVE_FRONT: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697343"/>
            <a:ext cx="735664" cy="258417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55309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A86500-73E5-456D-997B-E8400848F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186"/>
          <a:stretch/>
        </p:blipFill>
        <p:spPr>
          <a:xfrm>
            <a:off x="5047469" y="3209401"/>
            <a:ext cx="3658111" cy="114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569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Exemplo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de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remove_back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782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REMOVE_BACK: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6153452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939811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7004143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93BC13-9BDD-48E6-9BC4-707F9ADE694D}"/>
              </a:ext>
            </a:extLst>
          </p:cNvPr>
          <p:cNvSpPr/>
          <p:nvPr/>
        </p:nvSpPr>
        <p:spPr>
          <a:xfrm>
            <a:off x="7627390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E2C0D3B-5D1C-4309-BE18-983EE2771DE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8413750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F44B4D-0B78-42F4-BBBF-FF2C25675AF2}"/>
              </a:ext>
            </a:extLst>
          </p:cNvPr>
          <p:cNvSpPr txBox="1"/>
          <p:nvPr/>
        </p:nvSpPr>
        <p:spPr>
          <a:xfrm>
            <a:off x="8478081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9146985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549599-0715-44B9-916A-1FAAA475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56" y="1668204"/>
            <a:ext cx="4029637" cy="2391109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288236" y="2534479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842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5E2CEBF-F1CE-467F-9FB0-DFB49647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4217276"/>
            <a:ext cx="5982535" cy="25435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REMOVE_BACK: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6153452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939811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7004143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7656117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549599-0715-44B9-916A-1FAAA4757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56" y="1668204"/>
            <a:ext cx="4029637" cy="2391109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288236" y="2733259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179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5E2CEBF-F1CE-467F-9FB0-DFB49647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46" y="4217276"/>
            <a:ext cx="5982535" cy="25435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REMOVE_BACK: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35428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549599-0715-44B9-916A-1FAAA4757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56" y="1668204"/>
            <a:ext cx="4029637" cy="2391109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288236" y="2892283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493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REMOVE_BACK: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35428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549599-0715-44B9-916A-1FAAA475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56" y="1668204"/>
            <a:ext cx="4029637" cy="2391109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288236" y="3101003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222FE52-D849-4DA3-B290-826FE2A14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6" y="4609781"/>
            <a:ext cx="4239217" cy="180047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EFF02A9-C8D5-4019-B948-74F6111201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001"/>
          <a:stretch/>
        </p:blipFill>
        <p:spPr>
          <a:xfrm>
            <a:off x="5733944" y="3506786"/>
            <a:ext cx="3400900" cy="5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12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REMOVE_BACK: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35428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549599-0715-44B9-916A-1FAAA475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56" y="1668204"/>
            <a:ext cx="4029637" cy="2391109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288236" y="3448868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82123CE-7893-44D8-B8C8-6BFD0957C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5" y="4752252"/>
            <a:ext cx="3648584" cy="164805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0D49050-64C0-48D9-9FD5-2A11A9AF21C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001"/>
          <a:stretch/>
        </p:blipFill>
        <p:spPr>
          <a:xfrm>
            <a:off x="5733944" y="3506786"/>
            <a:ext cx="3400900" cy="5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963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REMOVE_BACK: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654289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40648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5504979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6135428" y="1945540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D2663-9A6C-4305-BC1C-6199E114A78A}"/>
              </a:ext>
            </a:extLst>
          </p:cNvPr>
          <p:cNvSpPr txBox="1"/>
          <p:nvPr/>
        </p:nvSpPr>
        <p:spPr>
          <a:xfrm>
            <a:off x="4530594" y="1568246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549599-0715-44B9-916A-1FAAA475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56" y="1668204"/>
            <a:ext cx="4029637" cy="2391109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288236" y="3627770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7BEAC5F-E416-4AC5-8831-9EA56AC2B3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-4192"/>
          <a:stretch/>
        </p:blipFill>
        <p:spPr>
          <a:xfrm>
            <a:off x="5733944" y="3506785"/>
            <a:ext cx="3400900" cy="11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034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Exemplo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de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remove_at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7557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4EF9A9-1940-4D93-B79D-D7E173F1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4" y="1589955"/>
            <a:ext cx="3677163" cy="27340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2812771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93BC13-9BDD-48E6-9BC4-707F9ADE694D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E2C0D3B-5D1C-4309-BE18-983EE2771DE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F44B4D-0B78-42F4-BBBF-FF2C25675AF2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D5BF17-36BF-46CB-BA64-2F8BEDB93E5F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2D7A24F-AE01-4F89-86B4-2603A02E0B56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3316F23-9D9E-4510-ADA0-63D5A47AC4A8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11400975" y="1912494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96A38-15F1-4CE7-8EC3-E51F3F9C6013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23778D5-4537-4CAC-BB1D-8EA290BFCBC8}"/>
              </a:ext>
            </a:extLst>
          </p:cNvPr>
          <p:cNvSpPr/>
          <p:nvPr/>
        </p:nvSpPr>
        <p:spPr>
          <a:xfrm>
            <a:off x="8490798" y="1924018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40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063AD87D-1095-4F07-A8F5-F5580D7F65D0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277158" y="2120608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A9FB0E1-C34B-41C6-97BD-5C65993AB842}"/>
              </a:ext>
            </a:extLst>
          </p:cNvPr>
          <p:cNvSpPr txBox="1"/>
          <p:nvPr/>
        </p:nvSpPr>
        <p:spPr>
          <a:xfrm>
            <a:off x="9341489" y="1840361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F8D1A90-83F1-4440-B3C1-47CC0EE20B39}"/>
              </a:ext>
            </a:extLst>
          </p:cNvPr>
          <p:cNvSpPr/>
          <p:nvPr/>
        </p:nvSpPr>
        <p:spPr>
          <a:xfrm>
            <a:off x="9957148" y="1920911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50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50732C3-EC1D-4877-A9D2-C06694B15D10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0743508" y="2117501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364D3BE-DFAC-4BB1-B177-0768C097501E}"/>
              </a:ext>
            </a:extLst>
          </p:cNvPr>
          <p:cNvSpPr txBox="1"/>
          <p:nvPr/>
        </p:nvSpPr>
        <p:spPr>
          <a:xfrm>
            <a:off x="10807839" y="1837254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DDC40EF-0E18-4A01-8110-1FA6B061ED90}"/>
              </a:ext>
            </a:extLst>
          </p:cNvPr>
          <p:cNvSpPr txBox="1"/>
          <p:nvPr/>
        </p:nvSpPr>
        <p:spPr>
          <a:xfrm>
            <a:off x="8426467" y="209066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C8AC49A-92D2-4E79-BA59-D249DCAC5A7A}"/>
              </a:ext>
            </a:extLst>
          </p:cNvPr>
          <p:cNvSpPr txBox="1"/>
          <p:nvPr/>
        </p:nvSpPr>
        <p:spPr>
          <a:xfrm>
            <a:off x="9898106" y="208565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213931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4EF9A9-1940-4D93-B79D-D7E173F1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4" y="1589955"/>
            <a:ext cx="3677163" cy="27340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001612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93BC13-9BDD-48E6-9BC4-707F9ADE694D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40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E2C0D3B-5D1C-4309-BE18-983EE2771DE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F44B4D-0B78-42F4-BBBF-FF2C25675AF2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D5BF17-36BF-46CB-BA64-2F8BEDB93E5F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2D7A24F-AE01-4F89-86B4-2603A02E0B56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3316F23-9D9E-4510-ADA0-63D5A47AC4A8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9879688" y="1912494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96A38-15F1-4CE7-8EC3-E51F3F9C6013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23778D5-4537-4CAC-BB1D-8EA290BFCBC8}"/>
              </a:ext>
            </a:extLst>
          </p:cNvPr>
          <p:cNvSpPr/>
          <p:nvPr/>
        </p:nvSpPr>
        <p:spPr>
          <a:xfrm>
            <a:off x="8490798" y="1924018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50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063AD87D-1095-4F07-A8F5-F5580D7F65D0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277158" y="2120608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A9FB0E1-C34B-41C6-97BD-5C65993AB842}"/>
              </a:ext>
            </a:extLst>
          </p:cNvPr>
          <p:cNvSpPr txBox="1"/>
          <p:nvPr/>
        </p:nvSpPr>
        <p:spPr>
          <a:xfrm>
            <a:off x="9341489" y="1840361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DDC40EF-0E18-4A01-8110-1FA6B061ED90}"/>
              </a:ext>
            </a:extLst>
          </p:cNvPr>
          <p:cNvSpPr txBox="1"/>
          <p:nvPr/>
        </p:nvSpPr>
        <p:spPr>
          <a:xfrm>
            <a:off x="8426467" y="209066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B9E07EB-8676-4A84-B7ED-E0FBC144C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44" y="3052761"/>
            <a:ext cx="559195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117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4EF9A9-1940-4D93-B79D-D7E173F1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4" y="1589955"/>
            <a:ext cx="3677163" cy="27340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170575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93BC13-9BDD-48E6-9BC4-707F9ADE694D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50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E2C0D3B-5D1C-4309-BE18-983EE2771DE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F44B4D-0B78-42F4-BBBF-FF2C25675AF2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D5BF17-36BF-46CB-BA64-2F8BEDB93E5F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2D7A24F-AE01-4F89-86B4-2603A02E0B56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3316F23-9D9E-4510-ADA0-63D5A47AC4A8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8411039" y="1933123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96A38-15F1-4CE7-8EC3-E51F3F9C6013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7AF45D6F-F0BB-45A4-9FED-9DDAB7619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44" y="3052761"/>
            <a:ext cx="559195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46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4EF9A9-1940-4D93-B79D-D7E173F1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4" y="1589955"/>
            <a:ext cx="3677163" cy="27340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359416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192300-68E6-406E-A366-8C991A1D2555}"/>
              </a:ext>
            </a:extLst>
          </p:cNvPr>
          <p:cNvSpPr/>
          <p:nvPr/>
        </p:nvSpPr>
        <p:spPr>
          <a:xfrm>
            <a:off x="5527287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C1C568F-BE67-44CA-A0B7-F02B75C46FA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313646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23F087-2CF3-4F1A-BF69-C7D265B0E261}"/>
              </a:ext>
            </a:extLst>
          </p:cNvPr>
          <p:cNvSpPr txBox="1"/>
          <p:nvPr/>
        </p:nvSpPr>
        <p:spPr>
          <a:xfrm>
            <a:off x="6377978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93BC13-9BDD-48E6-9BC4-707F9ADE694D}"/>
              </a:ext>
            </a:extLst>
          </p:cNvPr>
          <p:cNvSpPr/>
          <p:nvPr/>
        </p:nvSpPr>
        <p:spPr>
          <a:xfrm>
            <a:off x="7001225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50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E2C0D3B-5D1C-4309-BE18-983EE2771DE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787585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AF44B4D-0B78-42F4-BBBF-FF2C25675AF2}"/>
              </a:ext>
            </a:extLst>
          </p:cNvPr>
          <p:cNvSpPr txBox="1"/>
          <p:nvPr/>
        </p:nvSpPr>
        <p:spPr>
          <a:xfrm>
            <a:off x="7851916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D5BF17-36BF-46CB-BA64-2F8BEDB93E5F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2D7A24F-AE01-4F89-86B4-2603A02E0B56}"/>
              </a:ext>
            </a:extLst>
          </p:cNvPr>
          <p:cNvSpPr txBox="1"/>
          <p:nvPr/>
        </p:nvSpPr>
        <p:spPr>
          <a:xfrm>
            <a:off x="5455543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3316F23-9D9E-4510-ADA0-63D5A47AC4A8}"/>
              </a:ext>
            </a:extLst>
          </p:cNvPr>
          <p:cNvSpPr txBox="1"/>
          <p:nvPr/>
        </p:nvSpPr>
        <p:spPr>
          <a:xfrm>
            <a:off x="6933291" y="2090669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8411039" y="1933123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96A38-15F1-4CE7-8EC3-E51F3F9C6013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2719EF1-889D-4D70-9A33-083161FC2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6" y="4609781"/>
            <a:ext cx="4239217" cy="180047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9D9459-1180-4A59-97FB-DB0C74280C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3654"/>
          <a:stretch/>
        </p:blipFill>
        <p:spPr>
          <a:xfrm>
            <a:off x="4457471" y="2862184"/>
            <a:ext cx="3277057" cy="52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077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4EF9A9-1940-4D93-B79D-D7E173F1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4" y="1589955"/>
            <a:ext cx="3677163" cy="27340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717227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D5BF17-36BF-46CB-BA64-2F8BEDB93E5F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5438238" y="1946304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96A38-15F1-4CE7-8EC3-E51F3F9C6013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EC40B751-13B2-439E-B3FB-84C83FCBC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55" y="4752252"/>
            <a:ext cx="3648584" cy="164805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67BCEFE-042B-4DE8-B845-DCA9725A72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3654"/>
          <a:stretch/>
        </p:blipFill>
        <p:spPr>
          <a:xfrm>
            <a:off x="4457471" y="2862184"/>
            <a:ext cx="3277057" cy="52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463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4EF9A9-1940-4D93-B79D-D7E173F1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4" y="1589955"/>
            <a:ext cx="3677163" cy="27340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36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/>
          <a:lstStyle/>
          <a:p>
            <a:r>
              <a:rPr lang="pt-BR" dirty="0"/>
              <a:t>EXEMPLO DE REMOVE_AT: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19C019-E6F5-43A5-BDD6-C8E9920DA5CB}"/>
              </a:ext>
            </a:extLst>
          </p:cNvPr>
          <p:cNvSpPr/>
          <p:nvPr/>
        </p:nvSpPr>
        <p:spPr>
          <a:xfrm>
            <a:off x="-308114" y="3896129"/>
            <a:ext cx="735664" cy="25841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62F6A87-FAC5-429A-AB1B-86AFC7A3F9FC}"/>
              </a:ext>
            </a:extLst>
          </p:cNvPr>
          <p:cNvSpPr/>
          <p:nvPr/>
        </p:nvSpPr>
        <p:spPr>
          <a:xfrm>
            <a:off x="4028124" y="1927125"/>
            <a:ext cx="786360" cy="3931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BA21556-F013-4AE6-B09D-ED5DD8C8850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814483" y="2123715"/>
            <a:ext cx="68087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0EF2E2A-8AC9-486F-90B4-C48C8B51510E}"/>
              </a:ext>
            </a:extLst>
          </p:cNvPr>
          <p:cNvSpPr txBox="1"/>
          <p:nvPr/>
        </p:nvSpPr>
        <p:spPr>
          <a:xfrm>
            <a:off x="4878814" y="1843468"/>
            <a:ext cx="574551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next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D5BF17-36BF-46CB-BA64-2F8BEDB93E5F}"/>
              </a:ext>
            </a:extLst>
          </p:cNvPr>
          <p:cNvSpPr txBox="1"/>
          <p:nvPr/>
        </p:nvSpPr>
        <p:spPr>
          <a:xfrm>
            <a:off x="3967294" y="2090670"/>
            <a:ext cx="266335" cy="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FE7655-3995-4B06-A04A-81031C034622}"/>
              </a:ext>
            </a:extLst>
          </p:cNvPr>
          <p:cNvSpPr txBox="1"/>
          <p:nvPr/>
        </p:nvSpPr>
        <p:spPr>
          <a:xfrm>
            <a:off x="5438238" y="1946304"/>
            <a:ext cx="652997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96A38-15F1-4CE7-8EC3-E51F3F9C6013}"/>
              </a:ext>
            </a:extLst>
          </p:cNvPr>
          <p:cNvSpPr txBox="1"/>
          <p:nvPr/>
        </p:nvSpPr>
        <p:spPr>
          <a:xfrm>
            <a:off x="3935200" y="1589955"/>
            <a:ext cx="631344" cy="35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head</a:t>
            </a: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73DCF44-BE59-4FC0-AF2C-03BD21D1D5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56"/>
          <a:stretch/>
        </p:blipFill>
        <p:spPr>
          <a:xfrm>
            <a:off x="4457471" y="2862183"/>
            <a:ext cx="3277057" cy="110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7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2078</Words>
  <Application>Microsoft Office PowerPoint</Application>
  <PresentationFormat>Widescreen</PresentationFormat>
  <Paragraphs>710</Paragraphs>
  <Slides>56</Slides>
  <Notes>49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4" baseType="lpstr">
      <vt:lpstr>Arial</vt:lpstr>
      <vt:lpstr>Arial Narrow</vt:lpstr>
      <vt:lpstr>Calibri</vt:lpstr>
      <vt:lpstr>Courier New</vt:lpstr>
      <vt:lpstr>Poppins</vt:lpstr>
      <vt:lpstr>Roboto</vt:lpstr>
      <vt:lpstr>Segoe UI</vt:lpstr>
      <vt:lpstr>Office Theme</vt:lpstr>
      <vt:lpstr>Estrutura e Recuperação de Dados I Prof. Dr. Paulo Cesar de Alvarenga Lucci  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Exemplo de insert_front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Exemplo de insert_back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Exemplo de insert_at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Exemplo de remove_front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Exemplo de remove_back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  <vt:lpstr>Exemplo de remove_at</vt:lpstr>
      <vt:lpstr>Listas Encadeadas</vt:lpstr>
      <vt:lpstr>Listas Encadeadas</vt:lpstr>
      <vt:lpstr>Listas Encadeadas</vt:lpstr>
      <vt:lpstr>Listas Encadeadas</vt:lpstr>
      <vt:lpstr>Listas Encadeadas</vt:lpstr>
      <vt:lpstr>Listas Encadeadas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e Recuperação de Dados I Prof. Dr. Paulo Cesar de Alvarenga Lucci  Recursividade</dc:title>
  <dc:creator>Yasin Arafat</dc:creator>
  <cp:lastModifiedBy>P147316</cp:lastModifiedBy>
  <cp:revision>171</cp:revision>
  <dcterms:created xsi:type="dcterms:W3CDTF">2024-05-23T06:52:39Z</dcterms:created>
  <dcterms:modified xsi:type="dcterms:W3CDTF">2025-09-11T11:02:44Z</dcterms:modified>
</cp:coreProperties>
</file>